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2.xml" ContentType="application/vnd.openxmlformats-officedocument.presentationml.slideLayout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3.xml" ContentType="application/vnd.openxmlformats-officedocument.presentationml.slideLayout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slideLayouts/slideLayout4.xml" ContentType="application/vnd.openxmlformats-officedocument.presentationml.slideLayout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slideLayouts/slideLayout5.xml" ContentType="application/vnd.openxmlformats-officedocument.presentationml.slideLayout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.xml" ContentType="application/vnd.openxmlformats-officedocument.presentationml.slideLayout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slideLayouts/slideLayout7.xml" ContentType="application/vnd.openxmlformats-officedocument.presentationml.slideLayout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slideLayouts/slideLayout8.xml" ContentType="application/vnd.openxmlformats-officedocument.presentationml.slideLayout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slideLayouts/slideLayout9.xml" ContentType="application/vnd.openxmlformats-officedocument.presentationml.slideLayout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0.xml" ContentType="application/vnd.openxmlformats-officedocument.presentationml.slideLayout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slideLayouts/slideLayout11.xml" ContentType="application/vnd.openxmlformats-officedocument.presentationml.slideLayout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slideLayouts/slideLayout12.xml" ContentType="application/vnd.openxmlformats-officedocument.presentationml.slideLayout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slideLayouts/slideLayout13.xml" ContentType="application/vnd.openxmlformats-officedocument.presentationml.slideLayout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slideLayouts/slideLayout14.xml" ContentType="application/vnd.openxmlformats-officedocument.presentationml.slideLayout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slideLayouts/slideLayout15.xml" ContentType="application/vnd.openxmlformats-officedocument.presentationml.slideLayout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slideLayouts/slideLayout16.xml" ContentType="application/vnd.openxmlformats-officedocument.presentationml.slideLayout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slideLayouts/slideLayout17.xml" ContentType="application/vnd.openxmlformats-officedocument.presentationml.slideLayout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slideLayouts/slideLayout18.xml" ContentType="application/vnd.openxmlformats-officedocument.presentationml.slideLayout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9.xml" ContentType="application/vnd.openxmlformats-officedocument.presentationml.slideLayout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slideLayouts/slideLayout20.xml" ContentType="application/vnd.openxmlformats-officedocument.presentationml.slideLayout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slideLayouts/slideLayout21.xml" ContentType="application/vnd.openxmlformats-officedocument.presentationml.slideLayout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slideLayouts/slideLayout22.xml" ContentType="application/vnd.openxmlformats-officedocument.presentationml.slideLayout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slideLayouts/slideLayout23.xml" ContentType="application/vnd.openxmlformats-officedocument.presentationml.slideLayout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slideLayouts/slideLayout24.xml" ContentType="application/vnd.openxmlformats-officedocument.presentationml.slideLayout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slideLayouts/slideLayout25.xml" ContentType="application/vnd.openxmlformats-officedocument.presentationml.slideLayout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slideLayouts/slideLayout26.xml" ContentType="application/vnd.openxmlformats-officedocument.presentationml.slideLayout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slideLayouts/slideLayout27.xml" ContentType="application/vnd.openxmlformats-officedocument.presentationml.slideLayout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slideLayouts/slideLayout28.xml" ContentType="application/vnd.openxmlformats-officedocument.presentationml.slideLayout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slideLayouts/slideLayout29.xml" ContentType="application/vnd.openxmlformats-officedocument.presentationml.slideLayout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slideLayouts/slideLayout30.xml" ContentType="application/vnd.openxmlformats-officedocument.presentationml.slideLayout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slideLayouts/slideLayout31.xml" ContentType="application/vnd.openxmlformats-officedocument.presentationml.slideLayout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slideLayouts/slideLayout32.xml" ContentType="application/vnd.openxmlformats-officedocument.presentationml.slideLayout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slideLayouts/slideLayout33.xml" ContentType="application/vnd.openxmlformats-officedocument.presentationml.slideLayout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slideLayouts/slideLayout34.xml" ContentType="application/vnd.openxmlformats-officedocument.presentationml.slideLayout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slideLayouts/slideLayout35.xml" ContentType="application/vnd.openxmlformats-officedocument.presentationml.slideLayout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slideLayouts/slideLayout36.xml" ContentType="application/vnd.openxmlformats-officedocument.presentationml.slideLayout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heme/themeOverride1.xml" ContentType="application/vnd.openxmlformats-officedocument.themeOverride+xml"/>
  <Override PartName="/ppt/slides/slide2.xml" ContentType="application/vnd.openxmlformats-officedocument.presentationml.slide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heme/themeOverride2.xml" ContentType="application/vnd.openxmlformats-officedocument.themeOverride+xml"/>
  <Override PartName="/ppt/slides/slide3.xml" ContentType="application/vnd.openxmlformats-officedocument.presentationml.slide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heme/themeOverride3.xml" ContentType="application/vnd.openxmlformats-officedocument.themeOverride+xml"/>
  <Override PartName="/ppt/slides/slide4.xml" ContentType="application/vnd.openxmlformats-officedocument.presentationml.slide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heme/themeOverride4.xml" ContentType="application/vnd.openxmlformats-officedocument.themeOverride+xml"/>
  <Override PartName="/ppt/slides/slide5.xml" ContentType="application/vnd.openxmlformats-officedocument.presentationml.slide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heme/themeOverride5.xml" ContentType="application/vnd.openxmlformats-officedocument.themeOverride+xml"/>
  <Override PartName="/ppt/slides/slide6.xml" ContentType="application/vnd.openxmlformats-officedocument.presentationml.slide+xml"/>
  <Override PartName="/ppt/tags/tag299.xml" ContentType="application/vnd.openxmlformats-officedocument.presentationml.tags+xml"/>
  <Override PartName="/ppt/theme/themeOverride6.xml" ContentType="application/vnd.openxmlformats-officedocument.themeOverr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tags/tag300.xml" ContentType="application/vnd.openxmlformats-officedocument.presentationml.tags+xml"/>
  <Override PartName="/ppt/theme/themeOverride7.xml" ContentType="application/vnd.openxmlformats-officedocument.themeOverride+xml"/>
  <Override PartName="/ppt/notesSlides/notesSlide2.xml" ContentType="application/vnd.openxmlformats-officedocument.presentationml.notesSlide+xml"/>
  <Override PartName="/ppt/slides/slide8.xml" ContentType="application/vnd.openxmlformats-officedocument.presentationml.slide+xml"/>
  <Override PartName="/ppt/tags/tag301.xml" ContentType="application/vnd.openxmlformats-officedocument.presentationml.tags+xml"/>
  <Override PartName="/ppt/theme/themeOverride8.xml" ContentType="application/vnd.openxmlformats-officedocument.themeOverride+xml"/>
  <Override PartName="/ppt/notesSlides/notesSlide3.xml" ContentType="application/vnd.openxmlformats-officedocument.presentationml.notesSlide+xml"/>
  <Override PartName="/ppt/slides/slide9.xml" ContentType="application/vnd.openxmlformats-officedocument.presentationml.slide+xml"/>
  <Override PartName="/ppt/tags/tag302.xml" ContentType="application/vnd.openxmlformats-officedocument.presentationml.tags+xml"/>
  <Override PartName="/ppt/theme/themeOverride9.xml" ContentType="application/vnd.openxmlformats-officedocument.themeOverride+xml"/>
  <Override PartName="/ppt/notesSlides/notesSlide4.xml" ContentType="application/vnd.openxmlformats-officedocument.presentationml.notesSlide+xml"/>
  <Override PartName="/ppt/slides/slide10.xml" ContentType="application/vnd.openxmlformats-officedocument.presentationml.slide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heme/themeOverride10.xml" ContentType="application/vnd.openxmlformats-officedocument.themeOverride+xml"/>
  <Override PartName="/ppt/slides/slide11.xml" ContentType="application/vnd.openxmlformats-officedocument.presentationml.slide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heme/themeOverride11.xml" ContentType="application/vnd.openxmlformats-officedocument.themeOverride+xml"/>
  <Override PartName="/ppt/slides/slide12.xml" ContentType="application/vnd.openxmlformats-officedocument.presentationml.slide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heme/themeOverride12.xml" ContentType="application/vnd.openxmlformats-officedocument.themeOverride+xml"/>
  <Override PartName="/ppt/slides/slide13.xml" ContentType="application/vnd.openxmlformats-officedocument.presentationml.slide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heme/themeOverride13.xml" ContentType="application/vnd.openxmlformats-officedocument.themeOverr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removePersonalInfoOnSave="1">
  <p:sldMasterIdLst>
    <p:sldMasterId id="2147483648" r:id="rId1"/>
    <p:sldMasterId id="2147483649" r:id="rId2"/>
  </p:sldMasterIdLst>
  <p:notesMasterIdLst>
    <p:notesMasterId r:id="rId3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8" r:id="rId13"/>
    <p:sldId id="266" r:id="rId14"/>
    <p:sldId id="277" r:id="rId15"/>
    <p:sldId id="272" r:id="rId16"/>
  </p:sldIdLst>
  <p:sldSz type="screen16x9" cy="6858000" cx="12192000"/>
  <p:notesSz cx="7103745" cy="10234295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EDEDED"/>
    <a:srgbClr val="BFBFBF"/>
    <a:srgbClr val="20202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987" autoAdjust="0"/>
    <p:restoredTop sz="94627" autoAdjust="0"/>
  </p:normalViewPr>
  <p:slideViewPr>
    <p:cSldViewPr snapToGrid="0">
      <p:cViewPr varScale="1">
        <p:scale>
          <a:sx n="84" d="100"/>
          <a:sy n="84" d="100"/>
        </p:scale>
        <p:origin x="576" y="53"/>
      </p:cViewPr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891" name="日期占位符 2"/>
          <p:cNvSpPr>
            <a:spLocks noGrp="1"/>
          </p:cNvSpPr>
          <p:nvPr>
            <p:ph type="dt" idx="1"/>
          </p:nvPr>
        </p:nvSpPr>
        <p:spPr>
          <a:xfrm>
            <a:off x="4167998" y="0"/>
            <a:ext cx="3188595" cy="574719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D2A48B96-639E-45A3-A0BA-2464DFDB1FA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92" name="幻灯片图像占位符 3"/>
          <p:cNvSpPr>
            <a:spLocks noChangeAspect="1" noRot="1" noGrp="1"/>
          </p:cNvSpPr>
          <p:nvPr>
            <p:ph type="sldImg" idx="2"/>
          </p:nvPr>
        </p:nvSpPr>
        <p:spPr>
          <a:xfrm>
            <a:off x="242770" y="1431824"/>
            <a:ext cx="6872756" cy="3865925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altLang="en-US" lang="zh-CN"/>
          </a:p>
        </p:txBody>
      </p:sp>
      <p:sp>
        <p:nvSpPr>
          <p:cNvPr id="104889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35830" y="5512523"/>
            <a:ext cx="5886637" cy="4510246"/>
          </a:xfrm>
          <a:prstGeom prst="rect"/>
        </p:spPr>
        <p:txBody>
          <a:bodyPr bIns="45720" lIns="91440" rIns="91440" rtlCol="0" tIns="45720" vert="horz"/>
          <a:p>
            <a:pPr lvl="0"/>
            <a:r>
              <a:rPr altLang="en-US" lang="zh-CN"/>
              <a:t>单击此处编辑母版文本样式</a:t>
            </a:r>
            <a:endParaRPr altLang="en-US" lang="zh-CN"/>
          </a:p>
          <a:p>
            <a:pPr lvl="1"/>
            <a:r>
              <a:rPr altLang="en-US" lang="zh-CN"/>
              <a:t>第二级</a:t>
            </a:r>
            <a:endParaRPr altLang="en-US" lang="zh-CN"/>
          </a:p>
          <a:p>
            <a:pPr lvl="2"/>
            <a:r>
              <a:rPr altLang="en-US" lang="zh-CN"/>
              <a:t>第三级</a:t>
            </a:r>
            <a:endParaRPr altLang="en-US" lang="zh-CN"/>
          </a:p>
          <a:p>
            <a:pPr lvl="3"/>
            <a:r>
              <a:rPr altLang="en-US" lang="zh-CN"/>
              <a:t>第四级</a:t>
            </a:r>
            <a:endParaRPr altLang="en-US" lang="zh-CN"/>
          </a:p>
          <a:p>
            <a:pPr lvl="4"/>
            <a:r>
              <a:rPr altLang="en-US" lang="zh-CN"/>
              <a:t>第五级</a:t>
            </a:r>
            <a:endParaRPr altLang="en-US" lang="zh-CN"/>
          </a:p>
        </p:txBody>
      </p:sp>
      <p:sp>
        <p:nvSpPr>
          <p:cNvPr id="104889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879875"/>
            <a:ext cx="3188595" cy="574718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89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67998" y="10879875"/>
            <a:ext cx="3188595" cy="574718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A6837353-30EB-4A48-80EB-173D804AEFBD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幻灯片图像占位符 1"/>
          <p:cNvSpPr>
            <a:spLocks noChangeAspect="1" noRot="1" noGrp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104865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652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7421D011-EC35-498F-ADE3-3197FF1A64D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幻灯片图像占位符 1"/>
          <p:cNvSpPr>
            <a:spLocks noChangeAspect="1" noRot="1" noGrp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104862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63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7421D011-EC35-498F-ADE3-3197FF1A64D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幻灯片图像占位符 1"/>
          <p:cNvSpPr>
            <a:spLocks noChangeAspect="1" noRot="1" noGrp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10486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615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7421D011-EC35-498F-ADE3-3197FF1A64D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幻灯片图像占位符 1"/>
          <p:cNvSpPr>
            <a:spLocks noChangeAspect="1" noRot="1" noGrp="1"/>
          </p:cNvSpPr>
          <p:nvPr>
            <p:ph type="sldImg"/>
          </p:nvPr>
        </p:nvSpPr>
        <p:spPr>
          <a:xfrm>
            <a:off x="242888" y="1431925"/>
            <a:ext cx="6872287" cy="3865563"/>
          </a:xfrm>
        </p:spPr>
      </p:sp>
      <p:sp>
        <p:nvSpPr>
          <p:cNvPr id="104859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59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7421D011-EC35-498F-ADE3-3197FF1A64D5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image" Target="../media/image1.png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Relationship Id="rId7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image" Target="../media/image1.png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Relationship Id="rId9" Type="http://schemas.openxmlformats.org/officeDocument/2006/relationships/tags" Target="../tags/tag23.xml"/><Relationship Id="rId10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tags" Target="../tags/tag30.xml"/><Relationship Id="rId8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tags" Target="../tags/tag34.xml"/><Relationship Id="rId5" Type="http://schemas.openxmlformats.org/officeDocument/2006/relationships/tags" Target="../tags/tag35.xml"/><Relationship Id="rId6" Type="http://schemas.openxmlformats.org/officeDocument/2006/relationships/tags" Target="../tags/tag36.xml"/><Relationship Id="rId7" Type="http://schemas.openxmlformats.org/officeDocument/2006/relationships/tags" Target="../tags/tag37.xml"/><Relationship Id="rId8" Type="http://schemas.openxmlformats.org/officeDocument/2006/relationships/tags" Target="../tags/tag38.xml"/><Relationship Id="rId9" Type="http://schemas.openxmlformats.org/officeDocument/2006/relationships/tags" Target="../tags/tag39.xml"/><Relationship Id="rId10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image" Target="../media/image1.png"/><Relationship Id="rId3" Type="http://schemas.openxmlformats.org/officeDocument/2006/relationships/tags" Target="../tags/tag41.xml"/><Relationship Id="rId4" Type="http://schemas.openxmlformats.org/officeDocument/2006/relationships/tags" Target="../tags/tag42.xml"/><Relationship Id="rId5" Type="http://schemas.openxmlformats.org/officeDocument/2006/relationships/tags" Target="../tags/tag43.xml"/><Relationship Id="rId6" Type="http://schemas.openxmlformats.org/officeDocument/2006/relationships/tags" Target="../tags/tag44.xml"/><Relationship Id="rId7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tags" Target="../tags/tag53.xml"/><Relationship Id="rId7" Type="http://schemas.openxmlformats.org/officeDocument/2006/relationships/tags" Target="../tags/tag54.xml"/><Relationship Id="rId8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tags" Target="../tags/tag66.xml"/><Relationship Id="rId4" Type="http://schemas.openxmlformats.org/officeDocument/2006/relationships/tags" Target="../tags/tag67.xml"/><Relationship Id="rId5" Type="http://schemas.openxmlformats.org/officeDocument/2006/relationships/tags" Target="../tags/tag68.xml"/><Relationship Id="rId6" Type="http://schemas.openxmlformats.org/officeDocument/2006/relationships/tags" Target="../tags/tag69.xml"/><Relationship Id="rId7" Type="http://schemas.openxmlformats.org/officeDocument/2006/relationships/tags" Target="../tags/tag70.xml"/><Relationship Id="rId8" Type="http://schemas.openxmlformats.org/officeDocument/2006/relationships/tags" Target="../tags/tag71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image" Target="../media/image1.png"/><Relationship Id="rId3" Type="http://schemas.openxmlformats.org/officeDocument/2006/relationships/tags" Target="../tags/tag73.xml"/><Relationship Id="rId4" Type="http://schemas.openxmlformats.org/officeDocument/2006/relationships/tags" Target="../tags/tag74.xml"/><Relationship Id="rId5" Type="http://schemas.openxmlformats.org/officeDocument/2006/relationships/tags" Target="../tags/tag75.xml"/><Relationship Id="rId6" Type="http://schemas.openxmlformats.org/officeDocument/2006/relationships/tags" Target="../tags/tag76.xml"/><Relationship Id="rId7" Type="http://schemas.openxmlformats.org/officeDocument/2006/relationships/tags" Target="../tags/tag77.xml"/><Relationship Id="rId8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tags" Target="../tags/tag80.xml"/><Relationship Id="rId4" Type="http://schemas.openxmlformats.org/officeDocument/2006/relationships/tags" Target="../tags/tag81.xml"/><Relationship Id="rId5" Type="http://schemas.openxmlformats.org/officeDocument/2006/relationships/tags" Target="../tags/tag82.xml"/><Relationship Id="rId6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tags" Target="../tags/tag92.xml"/><Relationship Id="rId2" Type="http://schemas.openxmlformats.org/officeDocument/2006/relationships/tags" Target="../tags/tag93.xml"/><Relationship Id="rId3" Type="http://schemas.openxmlformats.org/officeDocument/2006/relationships/tags" Target="../tags/tag94.xml"/><Relationship Id="rId4" Type="http://schemas.openxmlformats.org/officeDocument/2006/relationships/tags" Target="../tags/tag95.xml"/><Relationship Id="rId5" Type="http://schemas.openxmlformats.org/officeDocument/2006/relationships/tags" Target="../tags/tag96.xml"/><Relationship Id="rId6" Type="http://schemas.openxmlformats.org/officeDocument/2006/relationships/tags" Target="../tags/tag97.xml"/><Relationship Id="rId7" Type="http://schemas.openxmlformats.org/officeDocument/2006/relationships/tags" Target="../tags/tag98.xml"/><Relationship Id="rId8" Type="http://schemas.openxmlformats.org/officeDocument/2006/relationships/tags" Target="../tags/tag99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tags" Target="../tags/tag100.xml"/><Relationship Id="rId2" Type="http://schemas.openxmlformats.org/officeDocument/2006/relationships/tags" Target="../tags/tag101.xml"/><Relationship Id="rId3" Type="http://schemas.openxmlformats.org/officeDocument/2006/relationships/tags" Target="../tags/tag102.xml"/><Relationship Id="rId4" Type="http://schemas.openxmlformats.org/officeDocument/2006/relationships/tags" Target="../tags/tag103.xml"/><Relationship Id="rId5" Type="http://schemas.openxmlformats.org/officeDocument/2006/relationships/tags" Target="../tags/tag104.xml"/><Relationship Id="rId6" Type="http://schemas.openxmlformats.org/officeDocument/2006/relationships/tags" Target="../tags/tag105.xml"/><Relationship Id="rId7" Type="http://schemas.openxmlformats.org/officeDocument/2006/relationships/tags" Target="../tags/tag106.xml"/><Relationship Id="rId8" Type="http://schemas.openxmlformats.org/officeDocument/2006/relationships/tags" Target="../tags/tag107.xml"/><Relationship Id="rId9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tags" Target="../tags/tag109.xml"/><Relationship Id="rId3" Type="http://schemas.openxmlformats.org/officeDocument/2006/relationships/tags" Target="../tags/tag110.xml"/><Relationship Id="rId4" Type="http://schemas.openxmlformats.org/officeDocument/2006/relationships/tags" Target="../tags/tag111.xml"/><Relationship Id="rId5" Type="http://schemas.openxmlformats.org/officeDocument/2006/relationships/tags" Target="../tags/tag112.xml"/><Relationship Id="rId6" Type="http://schemas.openxmlformats.org/officeDocument/2006/relationships/tags" Target="../tags/tag113.xml"/><Relationship Id="rId7" Type="http://schemas.openxmlformats.org/officeDocument/2006/relationships/tags" Target="../tags/tag114.xml"/><Relationship Id="rId8" Type="http://schemas.openxmlformats.org/officeDocument/2006/relationships/tags" Target="../tags/tag115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tags" Target="../tags/tag116.xml"/><Relationship Id="rId2" Type="http://schemas.openxmlformats.org/officeDocument/2006/relationships/tags" Target="../tags/tag117.xml"/><Relationship Id="rId3" Type="http://schemas.openxmlformats.org/officeDocument/2006/relationships/tags" Target="../tags/tag118.xml"/><Relationship Id="rId4" Type="http://schemas.openxmlformats.org/officeDocument/2006/relationships/tags" Target="../tags/tag119.xml"/><Relationship Id="rId5" Type="http://schemas.openxmlformats.org/officeDocument/2006/relationships/tags" Target="../tags/tag120.xml"/><Relationship Id="rId6" Type="http://schemas.openxmlformats.org/officeDocument/2006/relationships/tags" Target="../tags/tag121.xml"/><Relationship Id="rId7" Type="http://schemas.openxmlformats.org/officeDocument/2006/relationships/tags" Target="../tags/tag122.xml"/><Relationship Id="rId8" Type="http://schemas.openxmlformats.org/officeDocument/2006/relationships/tags" Target="../tags/tag123.xml"/><Relationship Id="rId9" Type="http://schemas.openxmlformats.org/officeDocument/2006/relationships/tags" Target="../tags/tag124.xml"/><Relationship Id="rId10" Type="http://schemas.openxmlformats.org/officeDocument/2006/relationships/tags" Target="../tags/tag125.xml"/><Relationship Id="rId1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tags" Target="../tags/tag126.xml"/><Relationship Id="rId2" Type="http://schemas.openxmlformats.org/officeDocument/2006/relationships/tags" Target="../tags/tag127.xml"/><Relationship Id="rId3" Type="http://schemas.openxmlformats.org/officeDocument/2006/relationships/tags" Target="../tags/tag128.xml"/><Relationship Id="rId4" Type="http://schemas.openxmlformats.org/officeDocument/2006/relationships/tags" Target="../tags/tag129.xml"/><Relationship Id="rId5" Type="http://schemas.openxmlformats.org/officeDocument/2006/relationships/tags" Target="../tags/tag130.xml"/><Relationship Id="rId6" Type="http://schemas.openxmlformats.org/officeDocument/2006/relationships/tags" Target="../tags/tag131.xml"/><Relationship Id="rId7" Type="http://schemas.openxmlformats.org/officeDocument/2006/relationships/tags" Target="../tags/tag132.xml"/><Relationship Id="rId8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image" Target="../media/image2.png"/><Relationship Id="rId3" Type="http://schemas.openxmlformats.org/officeDocument/2006/relationships/tags" Target="../tags/tag140.xml"/><Relationship Id="rId4" Type="http://schemas.openxmlformats.org/officeDocument/2006/relationships/tags" Target="../tags/tag141.xml"/><Relationship Id="rId5" Type="http://schemas.openxmlformats.org/officeDocument/2006/relationships/tags" Target="../tags/tag142.xml"/><Relationship Id="rId6" Type="http://schemas.openxmlformats.org/officeDocument/2006/relationships/tags" Target="../tags/tag143.xml"/><Relationship Id="rId7" Type="http://schemas.openxmlformats.org/officeDocument/2006/relationships/tags" Target="../tags/tag144.xml"/><Relationship Id="rId8" Type="http://schemas.openxmlformats.org/officeDocument/2006/relationships/tags" Target="../tags/tag145.xml"/><Relationship Id="rId9" Type="http://schemas.openxmlformats.org/officeDocument/2006/relationships/tags" Target="../tags/tag146.xml"/><Relationship Id="rId10" Type="http://schemas.openxmlformats.org/officeDocument/2006/relationships/tags" Target="../tags/tag147.xml"/><Relationship Id="rId1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tags" Target="../tags/tag154.xml"/><Relationship Id="rId2" Type="http://schemas.openxmlformats.org/officeDocument/2006/relationships/image" Target="../media/image2.png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tags" Target="../tags/tag162.xml"/><Relationship Id="rId2" Type="http://schemas.openxmlformats.org/officeDocument/2006/relationships/tags" Target="../tags/tag163.xml"/><Relationship Id="rId3" Type="http://schemas.openxmlformats.org/officeDocument/2006/relationships/tags" Target="../tags/tag164.xml"/><Relationship Id="rId4" Type="http://schemas.openxmlformats.org/officeDocument/2006/relationships/tags" Target="../tags/tag165.xml"/><Relationship Id="rId5" Type="http://schemas.openxmlformats.org/officeDocument/2006/relationships/tags" Target="../tags/tag166.xml"/><Relationship Id="rId6" Type="http://schemas.openxmlformats.org/officeDocument/2006/relationships/tags" Target="../tags/tag167.xml"/><Relationship Id="rId7" Type="http://schemas.openxmlformats.org/officeDocument/2006/relationships/tags" Target="../tags/tag168.xml"/><Relationship Id="rId8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tags" Target="../tags/tag169.xml"/><Relationship Id="rId2" Type="http://schemas.openxmlformats.org/officeDocument/2006/relationships/tags" Target="../tags/tag170.xml"/><Relationship Id="rId3" Type="http://schemas.openxmlformats.org/officeDocument/2006/relationships/tags" Target="../tags/tag171.xml"/><Relationship Id="rId4" Type="http://schemas.openxmlformats.org/officeDocument/2006/relationships/tags" Target="../tags/tag172.xml"/><Relationship Id="rId5" Type="http://schemas.openxmlformats.org/officeDocument/2006/relationships/tags" Target="../tags/tag173.xml"/><Relationship Id="rId6" Type="http://schemas.openxmlformats.org/officeDocument/2006/relationships/tags" Target="../tags/tag174.xml"/><Relationship Id="rId7" Type="http://schemas.openxmlformats.org/officeDocument/2006/relationships/tags" Target="../tags/tag175.xml"/><Relationship Id="rId8" Type="http://schemas.openxmlformats.org/officeDocument/2006/relationships/tags" Target="../tags/tag176.xml"/><Relationship Id="rId9" Type="http://schemas.openxmlformats.org/officeDocument/2006/relationships/tags" Target="../tags/tag177.xml"/><Relationship Id="rId10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tags" Target="../tags/tag178.xml"/><Relationship Id="rId2" Type="http://schemas.openxmlformats.org/officeDocument/2006/relationships/image" Target="../media/image2.png"/><Relationship Id="rId3" Type="http://schemas.openxmlformats.org/officeDocument/2006/relationships/tags" Target="../tags/tag179.xml"/><Relationship Id="rId4" Type="http://schemas.openxmlformats.org/officeDocument/2006/relationships/tags" Target="../tags/tag180.xml"/><Relationship Id="rId5" Type="http://schemas.openxmlformats.org/officeDocument/2006/relationships/tags" Target="../tags/tag181.xml"/><Relationship Id="rId6" Type="http://schemas.openxmlformats.org/officeDocument/2006/relationships/tags" Target="../tags/tag182.xml"/><Relationship Id="rId7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tags" Target="../tags/tag183.xml"/><Relationship Id="rId2" Type="http://schemas.openxmlformats.org/officeDocument/2006/relationships/tags" Target="../tags/tag184.xml"/><Relationship Id="rId3" Type="http://schemas.openxmlformats.org/officeDocument/2006/relationships/tags" Target="../tags/tag185.xml"/><Relationship Id="rId4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tags" Target="../tags/tag192.xml"/><Relationship Id="rId8" Type="http://schemas.openxmlformats.org/officeDocument/2006/relationships/slideMaster" Target="../slideMasters/slideMaster2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tags" Target="../tags/tag193.xml"/><Relationship Id="rId2" Type="http://schemas.openxmlformats.org/officeDocument/2006/relationships/tags" Target="../tags/tag194.xml"/><Relationship Id="rId3" Type="http://schemas.openxmlformats.org/officeDocument/2006/relationships/tags" Target="../tags/tag195.xml"/><Relationship Id="rId4" Type="http://schemas.openxmlformats.org/officeDocument/2006/relationships/tags" Target="../tags/tag196.xml"/><Relationship Id="rId5" Type="http://schemas.openxmlformats.org/officeDocument/2006/relationships/tags" Target="../tags/tag197.xml"/><Relationship Id="rId6" Type="http://schemas.openxmlformats.org/officeDocument/2006/relationships/tags" Target="../tags/tag198.xml"/><Relationship Id="rId7" Type="http://schemas.openxmlformats.org/officeDocument/2006/relationships/tags" Target="../tags/tag199.xml"/><Relationship Id="rId8" Type="http://schemas.openxmlformats.org/officeDocument/2006/relationships/tags" Target="../tags/tag200.xml"/><Relationship Id="rId9" Type="http://schemas.openxmlformats.org/officeDocument/2006/relationships/tags" Target="../tags/tag201.xml"/><Relationship Id="rId10" Type="http://schemas.openxmlformats.org/officeDocument/2006/relationships/slideMaster" Target="../slideMasters/slideMaster2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tags" Target="../tags/tag202.xml"/><Relationship Id="rId2" Type="http://schemas.openxmlformats.org/officeDocument/2006/relationships/tags" Target="../tags/tag203.xml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tags" Target="../tags/tag209.xml"/><Relationship Id="rId9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tags" Target="../tags/tag210.xml"/><Relationship Id="rId2" Type="http://schemas.openxmlformats.org/officeDocument/2006/relationships/image" Target="../media/image2.png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tags" Target="../tags/tag216.xml"/><Relationship Id="rId2" Type="http://schemas.openxmlformats.org/officeDocument/2006/relationships/tags" Target="../tags/tag217.xml"/><Relationship Id="rId3" Type="http://schemas.openxmlformats.org/officeDocument/2006/relationships/tags" Target="../tags/tag218.xml"/><Relationship Id="rId4" Type="http://schemas.openxmlformats.org/officeDocument/2006/relationships/tags" Target="../tags/tag219.xml"/><Relationship Id="rId5" Type="http://schemas.openxmlformats.org/officeDocument/2006/relationships/tags" Target="../tags/tag220.xml"/><Relationship Id="rId6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tags" Target="../tags/tag221.xml"/><Relationship Id="rId2" Type="http://schemas.openxmlformats.org/officeDocument/2006/relationships/tags" Target="../tags/tag222.xml"/><Relationship Id="rId3" Type="http://schemas.openxmlformats.org/officeDocument/2006/relationships/tags" Target="../tags/tag223.xml"/><Relationship Id="rId4" Type="http://schemas.openxmlformats.org/officeDocument/2006/relationships/tags" Target="../tags/tag224.xml"/><Relationship Id="rId5" Type="http://schemas.openxmlformats.org/officeDocument/2006/relationships/tags" Target="../tags/tag225.xml"/><Relationship Id="rId6" Type="http://schemas.openxmlformats.org/officeDocument/2006/relationships/tags" Target="../tags/tag226.xml"/><Relationship Id="rId7" Type="http://schemas.openxmlformats.org/officeDocument/2006/relationships/tags" Target="../tags/tag227.xml"/><Relationship Id="rId8" Type="http://schemas.openxmlformats.org/officeDocument/2006/relationships/tags" Target="../tags/tag228.xml"/><Relationship Id="rId9" Type="http://schemas.openxmlformats.org/officeDocument/2006/relationships/tags" Target="../tags/tag229.xml"/><Relationship Id="rId10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tags" Target="../tags/tag230.xml"/><Relationship Id="rId2" Type="http://schemas.openxmlformats.org/officeDocument/2006/relationships/tags" Target="../tags/tag231.xml"/><Relationship Id="rId3" Type="http://schemas.openxmlformats.org/officeDocument/2006/relationships/tags" Target="../tags/tag232.xml"/><Relationship Id="rId4" Type="http://schemas.openxmlformats.org/officeDocument/2006/relationships/tags" Target="../tags/tag233.xml"/><Relationship Id="rId5" Type="http://schemas.openxmlformats.org/officeDocument/2006/relationships/tags" Target="../tags/tag234.xml"/><Relationship Id="rId6" Type="http://schemas.openxmlformats.org/officeDocument/2006/relationships/tags" Target="../tags/tag235.xml"/><Relationship Id="rId7" Type="http://schemas.openxmlformats.org/officeDocument/2006/relationships/tags" Target="../tags/tag236.xml"/><Relationship Id="rId8" Type="http://schemas.openxmlformats.org/officeDocument/2006/relationships/tags" Target="../tags/tag237.xml"/><Relationship Id="rId9" Type="http://schemas.openxmlformats.org/officeDocument/2006/relationships/slideMaster" Target="../slideMasters/slideMaster2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tags" Target="../tags/tag238.xml"/><Relationship Id="rId2" Type="http://schemas.openxmlformats.org/officeDocument/2006/relationships/tags" Target="../tags/tag239.xml"/><Relationship Id="rId3" Type="http://schemas.openxmlformats.org/officeDocument/2006/relationships/tags" Target="../tags/tag240.xml"/><Relationship Id="rId4" Type="http://schemas.openxmlformats.org/officeDocument/2006/relationships/tags" Target="../tags/tag241.xml"/><Relationship Id="rId5" Type="http://schemas.openxmlformats.org/officeDocument/2006/relationships/tags" Target="../tags/tag242.xml"/><Relationship Id="rId6" Type="http://schemas.openxmlformats.org/officeDocument/2006/relationships/tags" Target="../tags/tag243.xml"/><Relationship Id="rId7" Type="http://schemas.openxmlformats.org/officeDocument/2006/relationships/tags" Target="../tags/tag244.xml"/><Relationship Id="rId8" Type="http://schemas.openxmlformats.org/officeDocument/2006/relationships/tags" Target="../tags/tag245.xml"/><Relationship Id="rId9" Type="http://schemas.openxmlformats.org/officeDocument/2006/relationships/slideMaster" Target="../slideMasters/slideMaster2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tags" Target="../tags/tag246.xml"/><Relationship Id="rId2" Type="http://schemas.openxmlformats.org/officeDocument/2006/relationships/tags" Target="../tags/tag247.xml"/><Relationship Id="rId3" Type="http://schemas.openxmlformats.org/officeDocument/2006/relationships/tags" Target="../tags/tag248.xml"/><Relationship Id="rId4" Type="http://schemas.openxmlformats.org/officeDocument/2006/relationships/tags" Target="../tags/tag249.xml"/><Relationship Id="rId5" Type="http://schemas.openxmlformats.org/officeDocument/2006/relationships/tags" Target="../tags/tag250.xml"/><Relationship Id="rId6" Type="http://schemas.openxmlformats.org/officeDocument/2006/relationships/tags" Target="../tags/tag251.xml"/><Relationship Id="rId7" Type="http://schemas.openxmlformats.org/officeDocument/2006/relationships/tags" Target="../tags/tag252.xml"/><Relationship Id="rId8" Type="http://schemas.openxmlformats.org/officeDocument/2006/relationships/tags" Target="../tags/tag253.xml"/><Relationship Id="rId9" Type="http://schemas.openxmlformats.org/officeDocument/2006/relationships/slideMaster" Target="../slideMasters/slideMaster2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tags" Target="../tags/tag254.xml"/><Relationship Id="rId2" Type="http://schemas.openxmlformats.org/officeDocument/2006/relationships/tags" Target="../tags/tag255.xml"/><Relationship Id="rId3" Type="http://schemas.openxmlformats.org/officeDocument/2006/relationships/tags" Target="../tags/tag256.xml"/><Relationship Id="rId4" Type="http://schemas.openxmlformats.org/officeDocument/2006/relationships/tags" Target="../tags/tag257.xml"/><Relationship Id="rId5" Type="http://schemas.openxmlformats.org/officeDocument/2006/relationships/tags" Target="../tags/tag258.xml"/><Relationship Id="rId6" Type="http://schemas.openxmlformats.org/officeDocument/2006/relationships/tags" Target="../tags/tag259.xml"/><Relationship Id="rId7" Type="http://schemas.openxmlformats.org/officeDocument/2006/relationships/tags" Target="../tags/tag260.xml"/><Relationship Id="rId8" Type="http://schemas.openxmlformats.org/officeDocument/2006/relationships/tags" Target="../tags/tag261.xml"/><Relationship Id="rId9" Type="http://schemas.openxmlformats.org/officeDocument/2006/relationships/tags" Target="../tags/tag262.xml"/><Relationship Id="rId10" Type="http://schemas.openxmlformats.org/officeDocument/2006/relationships/tags" Target="../tags/tag263.xml"/><Relationship Id="rId11" Type="http://schemas.openxmlformats.org/officeDocument/2006/relationships/slideMaster" Target="../slideMasters/slideMaster2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tags" Target="../tags/tag264.xml"/><Relationship Id="rId2" Type="http://schemas.openxmlformats.org/officeDocument/2006/relationships/tags" Target="../tags/tag265.xml"/><Relationship Id="rId3" Type="http://schemas.openxmlformats.org/officeDocument/2006/relationships/tags" Target="../tags/tag266.xml"/><Relationship Id="rId4" Type="http://schemas.openxmlformats.org/officeDocument/2006/relationships/tags" Target="../tags/tag267.xml"/><Relationship Id="rId5" Type="http://schemas.openxmlformats.org/officeDocument/2006/relationships/tags" Target="../tags/tag268.xml"/><Relationship Id="rId6" Type="http://schemas.openxmlformats.org/officeDocument/2006/relationships/tags" Target="../tags/tag269.xml"/><Relationship Id="rId7" Type="http://schemas.openxmlformats.org/officeDocument/2006/relationships/tags" Target="../tags/tag270.xml"/><Relationship Id="rId8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图片 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xmlns:r="http://schemas.openxmlformats.org/officeDocument/2006/relationships" r:embed="rId2" cstate="print"/>
          <a:srcRect t="717"/>
          <a:stretch>
            <a:fillRect/>
          </a:stretch>
        </p:blipFill>
        <p:spPr>
          <a:xfrm flipH="1">
            <a:off x="0" y="0"/>
            <a:ext cx="12192000" cy="6858000"/>
          </a:xfrm>
          <a:prstGeom prst="rect"/>
        </p:spPr>
      </p:pic>
      <p:sp>
        <p:nvSpPr>
          <p:cNvPr id="1048653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240038" y="1386555"/>
            <a:ext cx="6978649" cy="1277606"/>
          </a:xfrm>
        </p:spPr>
        <p:txBody>
          <a:bodyPr anchor="b" anchorCtr="0" bIns="46800" lIns="36000" rIns="90000" tIns="46800">
            <a:normAutofit/>
          </a:bodyPr>
          <a:lstStyle>
            <a:lvl1pPr algn="l">
              <a:defRPr baseline="0" sz="6000" spc="60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altLang="en-US" dirty="0" lang="zh-CN"/>
              <a:t>单击此处编辑标题</a:t>
            </a:r>
            <a:endParaRPr altLang="en-US" dirty="0" lang="zh-CN"/>
          </a:p>
        </p:txBody>
      </p:sp>
      <p:sp>
        <p:nvSpPr>
          <p:cNvPr id="1048654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240038" y="2877671"/>
            <a:ext cx="6978649" cy="426720"/>
          </a:xfrm>
        </p:spPr>
        <p:txBody>
          <a:bodyPr bIns="46800" lIns="90000" rIns="90000" tIns="46800">
            <a:normAutofit/>
          </a:bodyPr>
          <a:lstStyle>
            <a:lvl1pPr algn="l" eaLnBrk="1" fontAlgn="auto" hangingPunct="1" indent="0" latinLnBrk="0" marL="0">
              <a:lnSpc>
                <a:spcPct val="100000"/>
              </a:lnSpc>
              <a:buNone/>
              <a:defRPr baseline="0" cap="none" sz="2400" kern="1200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dirty="0" lang="zh-CN"/>
              <a:t>单击此处编辑副标题</a:t>
            </a:r>
            <a:endParaRPr altLang="en-US" dirty="0" lang="zh-CN"/>
          </a:p>
        </p:txBody>
      </p:sp>
      <p:sp>
        <p:nvSpPr>
          <p:cNvPr id="1048655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56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657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cxnSp>
        <p:nvCxnSpPr>
          <p:cNvPr id="3145728" name="直接连接符 10"/>
          <p:cNvCxnSpPr>
            <a:cxnSpLocks/>
          </p:cNvCxnSpPr>
          <p:nvPr userDrawn="1">
            <p:custDataLst>
              <p:tags r:id="rId8"/>
            </p:custDataLst>
          </p:nvPr>
        </p:nvCxnSpPr>
        <p:spPr>
          <a:xfrm flipV="1">
            <a:off x="1346082" y="2725727"/>
            <a:ext cx="4248000" cy="3175"/>
          </a:xfrm>
          <a:prstGeom prst="line"/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8" name="文本占位符 4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1240082" y="3392450"/>
            <a:ext cx="1620514" cy="395287"/>
          </a:xfrm>
        </p:spPr>
        <p:txBody>
          <a:bodyPr anchor="ctr" anchorCtr="0" bIns="46800" lIns="90000" rIns="90000" tIns="46800">
            <a:normAutofit/>
          </a:bodyPr>
          <a:lstStyle>
            <a:lvl1pPr indent="0" marL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altLang="en-US" dirty="0" lang="zh-CN"/>
              <a:t>汇报人姓名</a:t>
            </a:r>
            <a:endParaRPr altLang="en-US" dirty="0" lang="zh-CN"/>
          </a:p>
        </p:txBody>
      </p:sp>
      <p:sp>
        <p:nvSpPr>
          <p:cNvPr id="1048659" name="文本占位符 5"/>
          <p:cNvSpPr>
            <a:spLocks noGrp="1"/>
          </p:cNvSpPr>
          <p:nvPr>
            <p:ph type="body" sz="quarter" idx="14" hasCustomPrompt="1"/>
            <p:custDataLst>
              <p:tags r:id="rId10"/>
            </p:custDataLst>
          </p:nvPr>
        </p:nvSpPr>
        <p:spPr>
          <a:xfrm>
            <a:off x="2904986" y="3390888"/>
            <a:ext cx="1620000" cy="396000"/>
          </a:xfrm>
        </p:spPr>
        <p:txBody>
          <a:bodyPr anchor="ctr" anchorCtr="0" bIns="46800" lIns="90000" rIns="90000" tIns="46800">
            <a:normAutofit/>
          </a:bodyPr>
          <a:lstStyle>
            <a:lvl1pPr indent="0" marL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altLang="en-US" dirty="0" lang="zh-CN"/>
              <a:t>汇报日期</a:t>
            </a:r>
            <a:endParaRPr altLang="en-US" dirty="0" lang="zh-C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dur="500" id="7"/>
                                        <p:tgtEl>
                                          <p:spTgt spid="314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bg>
      <p:bgPr>
        <a:solidFill>
          <a:schemeClr val="bg2"/>
        </a:solidFill>
        <a:effectLst/>
      </p:bgPr>
    </p:bg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3" name="任意多边形: 形状 7"/>
          <p:cNvSpPr/>
          <p:nvPr userDrawn="1">
            <p:custDataLst>
              <p:tags r:id="rId1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864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latinLnBrk="0" marL="0" marR="0" rtl="0">
              <a:lnSpc>
                <a:spcPct val="100000"/>
              </a:lnSpc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48865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bIns="0" lIns="101600" rIns="82550" rtlCol="0" tIns="0" vert="horz">
            <a:noAutofit/>
          </a:bodyPr>
          <a:lstStyle>
            <a:lvl1pPr algn="l" defTabSz="914400" eaLnBrk="1" fontAlgn="auto" hangingPunct="1" indent="-228600" latinLnBrk="0" lvl="0" marL="2286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algn="l" defTabSz="914400" eaLnBrk="1" fontAlgn="auto" hangingPunct="1" indent="-228600" latinLnBrk="0" lvl="1" marL="6858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algn="l" pos="1609725"/>
              </a:tabLst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algn="l" defTabSz="914400" eaLnBrk="1" fontAlgn="auto" hangingPunct="1" indent="-228600" latinLnBrk="0" lvl="2" marL="11430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algn="l" defTabSz="914400" eaLnBrk="1" fontAlgn="auto" hangingPunct="1" indent="-228600" latinLnBrk="0" lvl="3" marL="16002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algn="l" defTabSz="914400" eaLnBrk="1" fontAlgn="auto" hangingPunct="1" indent="-228600" latinLnBrk="0" lvl="4" marL="20574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48866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67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68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title">
    <p:bg>
      <p:bgPr>
        <a:solidFill>
          <a:schemeClr val="bg2"/>
        </a:solidFill>
        <a:effectLst/>
      </p:bgPr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图片 9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xmlns:r="http://schemas.openxmlformats.org/officeDocument/2006/relationships" r:embed="rId2" cstate="print"/>
          <a:srcRect t="717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676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77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78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679" name="矩形 12"/>
          <p:cNvSpPr/>
          <p:nvPr userDrawn="1">
            <p:custDataLst>
              <p:tags r:id="rId6"/>
            </p:custDataLst>
          </p:nvPr>
        </p:nvSpPr>
        <p:spPr>
          <a:xfrm>
            <a:off x="3373120" y="2503805"/>
            <a:ext cx="8654415" cy="1891665"/>
          </a:xfrm>
          <a:prstGeom prst="rect"/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80" name="矩形 11"/>
          <p:cNvSpPr/>
          <p:nvPr userDrawn="1">
            <p:custDataLst>
              <p:tags r:id="rId7"/>
            </p:custDataLst>
          </p:nvPr>
        </p:nvSpPr>
        <p:spPr>
          <a:xfrm>
            <a:off x="3194367" y="2503805"/>
            <a:ext cx="9011920" cy="2143760"/>
          </a:xfrm>
          <a:prstGeom prst="rect"/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81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767868" y="2829264"/>
            <a:ext cx="5130000" cy="696239"/>
          </a:xfrm>
        </p:spPr>
        <p:txBody>
          <a:bodyPr anchor="t" anchorCtr="0" bIns="46800" lIns="90000" rIns="90000" tIns="46800">
            <a:normAutofit/>
          </a:bodyPr>
          <a:lstStyle>
            <a:lvl1pPr>
              <a:defRPr baseline="0" cap="none" sz="3600" kern="1200" normalizeH="0" spc="300" strike="noStrike" u="none">
                <a:solidFill>
                  <a:schemeClr val="bg1"/>
                </a:solidFill>
                <a:latin typeface="微软雅黑" panose="020B0503020204020204" pitchFamily="34" charset="-122"/>
                <a:ea typeface="汉仪旗黑-85S" panose="00020600040101010101" pitchFamily="18" charset="-122"/>
              </a:defRPr>
            </a:lvl1pPr>
          </a:lstStyle>
          <a:p>
            <a:r>
              <a:rPr altLang="en-US" dirty="0" lang="zh-CN"/>
              <a:t>编辑标题</a:t>
            </a:r>
            <a:endParaRPr altLang="en-US" dirty="0" lang="zh-CN"/>
          </a:p>
        </p:txBody>
      </p:sp>
      <p:sp>
        <p:nvSpPr>
          <p:cNvPr id="1048682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767863" y="3559142"/>
            <a:ext cx="5130000" cy="594000"/>
          </a:xfrm>
        </p:spPr>
        <p:txBody>
          <a:bodyPr bIns="46800" lIns="90000" rIns="90000" tIns="46800">
            <a:normAutofit/>
          </a:bodyPr>
          <a:lstStyle>
            <a:lvl1pPr eaLnBrk="1" fontAlgn="auto" hangingPunct="1" indent="0" latinLnBrk="0" marL="0">
              <a:buNone/>
              <a:defRPr altLang="en-US" baseline="0" b="0" cap="none" sz="1400" i="0" kern="1200" kumimoji="0" lang="zh-CN" noProof="1" normalizeH="0" spc="150" strike="noStrike" u="none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dirty="0" lang="zh-CN"/>
              <a:t>编辑文本</a:t>
            </a:r>
            <a:endParaRPr altLang="en-US" dirty="0" lang="zh-C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afterEffect" presetClass="entr" presetID="1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 id="7"/>
                                        <p:tgtEl>
                                          <p:spTgt spid="104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dur="1000" id="8"/>
                                        <p:tgtEl>
                                          <p:spTgt spid="104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0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2"/>
                                        <p:tgtEl>
                                          <p:spTgt spid="104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9" grpId="0" animBg="1"/>
      <p:bldP spid="1048680" grpId="0" animBg="1"/>
      <p:bldP spid="1048680" grpId="1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-column content">
    <p:bg>
      <p:bgPr>
        <a:solidFill>
          <a:schemeClr val="bg2"/>
        </a:solidFill>
        <a:effectLst/>
      </p:bgPr>
    </p:bg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6" name="任意多边形: 形状 8"/>
          <p:cNvSpPr/>
          <p:nvPr userDrawn="1">
            <p:custDataLst>
              <p:tags r:id="rId1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877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latinLnBrk="0" lvl="0" marL="0" marR="0" rtl="0">
              <a:lnSpc>
                <a:spcPct val="100000"/>
              </a:lnSpc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048878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bIns="0" lIns="101600" rIns="82550" rtlCol="0" tIns="0" vert="horz">
            <a:noAutofit/>
          </a:bodyPr>
          <a:lstStyle>
            <a:lvl1pPr algn="l" defTabSz="914400" eaLnBrk="1" fontAlgn="auto" hangingPunct="1" indent="-228600" latinLnBrk="0" lvl="0" marL="2286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algn="l" defTabSz="914400" eaLnBrk="1" fontAlgn="auto" hangingPunct="1" indent="-228600" latinLnBrk="0" lvl="1" marL="6858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algn="l" pos="1609725"/>
              </a:tabLst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algn="l" defTabSz="914400" eaLnBrk="1" fontAlgn="auto" hangingPunct="1" indent="-228600" latinLnBrk="0" lvl="2" marL="11430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algn="l" defTabSz="914400" eaLnBrk="1" fontAlgn="auto" hangingPunct="1" indent="-228600" latinLnBrk="0" lvl="3" marL="16002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algn="l" defTabSz="914400" eaLnBrk="1" fontAlgn="auto" hangingPunct="1" indent="-228600" latinLnBrk="0" lvl="4" marL="20574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48879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880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81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82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bg>
      <p:bgPr>
        <a:solidFill>
          <a:schemeClr val="bg2"/>
        </a:solidFill>
        <a:effectLst/>
      </p:bgPr>
    </p:bg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任意多边形: 形状 13"/>
          <p:cNvSpPr/>
          <p:nvPr userDrawn="1">
            <p:custDataLst>
              <p:tags r:id="rId1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850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latinLnBrk="0" lvl="0" marL="0" marR="0" rtl="0">
              <a:lnSpc>
                <a:spcPct val="100000"/>
              </a:lnSpc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48851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anchor="t" anchorCtr="0" bIns="38100" lIns="101600" rIns="76200" tIns="38100">
            <a:noAutofit/>
          </a:bodyPr>
          <a:lstStyle>
            <a:lvl1pPr eaLnBrk="1" fontAlgn="auto" hangingPunct="1" indent="0" latinLnBrk="0" marL="0">
              <a:lnSpc>
                <a:spcPct val="100000"/>
              </a:lnSpc>
              <a:spcAft>
                <a:spcPts val="0"/>
              </a:spcAft>
              <a:buNone/>
              <a:defRPr baseline="0" b="0" cap="none" sz="2000" kern="1200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dirty="0" lang="zh-CN"/>
              <a:t>单击此处编辑文本</a:t>
            </a:r>
            <a:endParaRPr altLang="en-US" dirty="0" lang="zh-CN"/>
          </a:p>
        </p:txBody>
      </p:sp>
      <p:sp>
        <p:nvSpPr>
          <p:cNvPr id="1048852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bIns="0" lIns="101600" rIns="82550" rtlCol="0" tIns="0" vert="horz">
            <a:noAutofit/>
          </a:bodyPr>
          <a:lstStyle>
            <a:lvl1pPr algn="l" defTabSz="914400" eaLnBrk="1" fontAlgn="auto" hangingPunct="1" indent="-228600" latinLnBrk="0" lvl="0" marL="2286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algn="l" defTabSz="914400" eaLnBrk="1" fontAlgn="auto" hangingPunct="1" indent="-228600" latinLnBrk="0" lvl="1" marL="6858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algn="l" pos="1609725"/>
              </a:tabLst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algn="l" defTabSz="914400" eaLnBrk="1" fontAlgn="auto" hangingPunct="1" indent="-228600" latinLnBrk="0" lvl="2" marL="11430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algn="l" defTabSz="914400" eaLnBrk="1" fontAlgn="auto" hangingPunct="1" indent="-228600" latinLnBrk="0" lvl="3" marL="16002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algn="l" defTabSz="914400" eaLnBrk="1" fontAlgn="auto" hangingPunct="1" indent="-228600" latinLnBrk="0" lvl="4" marL="20574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48853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altLang="en-US" baseline="0" b="0" cap="none" dirty="0" sz="20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1048854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bIns="0" lIns="101600" rIns="82550" rtlCol="0" tIns="0" vert="horz">
            <a:noAutofit/>
          </a:bodyPr>
          <a:lstStyle>
            <a:lvl1pPr algn="l" defTabSz="914400" eaLnBrk="1" fontAlgn="auto" hangingPunct="1" indent="-228600" latinLnBrk="0" lvl="0" marL="2286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algn="l" defTabSz="914400" eaLnBrk="1" fontAlgn="auto" hangingPunct="1" indent="-228600" latinLnBrk="0" lvl="1" marL="6858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algn="l" pos="1609725"/>
              </a:tabLst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algn="l" defTabSz="914400" eaLnBrk="1" fontAlgn="auto" hangingPunct="1" indent="-228600" latinLnBrk="0" lvl="2" marL="11430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algn="l" defTabSz="914400" eaLnBrk="1" fontAlgn="auto" hangingPunct="1" indent="-228600" latinLnBrk="0" lvl="3" marL="16002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algn="l" defTabSz="914400" eaLnBrk="1" fontAlgn="auto" hangingPunct="1" indent="-228600" latinLnBrk="0" lvl="4" marL="20574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48855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56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57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bg>
      <p:bgPr>
        <a:solidFill>
          <a:schemeClr val="bg2"/>
        </a:solidFill>
        <a:effectLst/>
      </p:bgPr>
    </p:bg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图片 1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xmlns:r="http://schemas.openxmlformats.org/officeDocument/2006/relationships" r:embed="rId2" cstate="print"/>
          <a:srcRect t="717" r="62187"/>
          <a:stretch>
            <a:fillRect/>
          </a:stretch>
        </p:blipFill>
        <p:spPr>
          <a:xfrm>
            <a:off x="0" y="0"/>
            <a:ext cx="4610100" cy="6858000"/>
          </a:xfrm>
          <a:prstGeom prst="rect"/>
        </p:spPr>
      </p:pic>
      <p:sp>
        <p:nvSpPr>
          <p:cNvPr id="1048663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724400" y="443230"/>
            <a:ext cx="6797719" cy="441964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latinLnBrk="0" lvl="0" marL="0" marR="0" rtl="0">
              <a:lnSpc>
                <a:spcPct val="100000"/>
              </a:lnSpc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48664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65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66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bg>
      <p:bgPr>
        <a:solidFill>
          <a:schemeClr val="bg2"/>
        </a:solidFill>
        <a:effectLst/>
      </p:bgPr>
    </p:bg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87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88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itle">
    <p:bg>
      <p:bgPr>
        <a:solidFill>
          <a:schemeClr val="bg2"/>
        </a:solidFill>
        <a:effectLst/>
      </p:bgPr>
    </p:bg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3" name="任意多边形: 形状 13"/>
          <p:cNvSpPr/>
          <p:nvPr userDrawn="1">
            <p:custDataLst>
              <p:tags r:id="rId1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884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latinLnBrk="0" lvl="0" marL="0" marR="0" rtl="0">
              <a:lnSpc>
                <a:spcPct val="100000"/>
              </a:lnSpc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48885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bIns="0" lIns="101600" rIns="82550" rtlCol="0" tIns="0" vert="horz">
            <a:noAutofit/>
          </a:bodyPr>
          <a:lstStyle>
            <a:lvl1pPr algn="l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algn="l" defTabSz="914400" eaLnBrk="1" fontAlgn="auto" hangingPunct="1" indent="-228600" latinLnBrk="0" lvl="1" marL="6858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algn="l" pos="1609725"/>
              </a:tabLst>
              <a:defRPr altLang="en-US" baseline="0" b="0" cap="none" dirty="0" sz="1600" i="0" kern="1200" kumimoji="0" lang="zh-CN" noProof="1" normalizeH="0" spc="150" strike="noStrike" u="none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2pPr>
            <a:lvl3pPr algn="l" defTabSz="914400" eaLnBrk="1" fontAlgn="auto" hangingPunct="1" indent="-228600" latinLnBrk="0" lvl="2" marL="11430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600" i="0" kern="1200" kumimoji="0" lang="zh-CN" noProof="1" normalizeH="0" spc="150" strike="noStrike" u="none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3pPr>
            <a:lvl4pPr algn="l" defTabSz="914400" eaLnBrk="1" fontAlgn="auto" hangingPunct="1" indent="-228600" latinLnBrk="0" lvl="3" marL="16002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600" i="0" kern="1200" kumimoji="0" lang="zh-CN" noProof="1" normalizeH="0" spc="150" strike="noStrike" u="none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4pPr>
            <a:lvl5pPr algn="l" defTabSz="914400" eaLnBrk="1" fontAlgn="auto" hangingPunct="1" indent="-228600" latinLnBrk="0" lvl="4" marL="20574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600" i="0" kern="1200" kumimoji="0" lang="zh-CN" noProof="1" normalizeH="0" spc="150" strike="noStrike" u="none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1048886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bIns="0" lIns="101600" rIns="82550" rtlCol="0" tIns="0" vert="horz">
            <a:normAutofit/>
          </a:bodyPr>
          <a:lstStyle>
            <a:lvl1pPr algn="l" defTabSz="914400" eaLnBrk="1" fontAlgn="auto" hangingPunct="1" indent="-228600" latinLnBrk="0" lvl="0" marL="2286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1048887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p>
            <a:fld id="{9EFD9D74-47D9-4702-A33C-335B63B48DBF}" type="datetimeFigureOut">
              <a:rPr altLang="en-US" lang="zh-CN" smtClean="0"/>
            </a:fld>
            <a:endParaRPr altLang="en-US" dirty="0" lang="zh-CN"/>
          </a:p>
        </p:txBody>
      </p:sp>
      <p:sp>
        <p:nvSpPr>
          <p:cNvPr id="1048888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889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p>
            <a:fld id="{FABC47A4-756D-490B-A52F-7D9E2C9FC05F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bg>
      <p:bgPr>
        <a:solidFill>
          <a:schemeClr val="tx2"/>
        </a:solidFill>
        <a:effectLst/>
      </p:bgPr>
    </p:bg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组合 12"/>
          <p:cNvGrpSpPr/>
          <p:nvPr userDrawn="1">
            <p:custDataLst>
              <p:tags r:id="rId1"/>
            </p:custDataLst>
          </p:nvPr>
        </p:nvGrpSpPr>
        <p:grpSpPr>
          <a:xfrm>
            <a:off x="143698" y="0"/>
            <a:ext cx="11904604" cy="6852125"/>
            <a:chOff x="143698" y="0"/>
            <a:chExt cx="11904604" cy="6852125"/>
          </a:xfrm>
        </p:grpSpPr>
        <p:sp>
          <p:nvSpPr>
            <p:cNvPr id="1048841" name="矩形 13"/>
            <p:cNvSpPr/>
            <p:nvPr userDrawn="1">
              <p:custDataLst>
                <p:tags r:id="rId2"/>
              </p:custDataLst>
            </p:nvPr>
          </p:nvSpPr>
          <p:spPr>
            <a:xfrm>
              <a:off x="292800" y="304200"/>
              <a:ext cx="11606400" cy="6249600"/>
            </a:xfrm>
            <a:prstGeom prst="rect"/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dirty="0" lang="zh-CN"/>
            </a:p>
          </p:txBody>
        </p:sp>
        <p:sp>
          <p:nvSpPr>
            <p:cNvPr id="1048842" name="任意多边形: 形状 14"/>
            <p:cNvSpPr/>
            <p:nvPr userDrawn="1">
              <p:custDataLst>
                <p:tags r:id="rId3"/>
              </p:custDataLst>
            </p:nvPr>
          </p:nvSpPr>
          <p:spPr>
            <a:xfrm>
              <a:off x="11171697" y="0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  <p:sp>
          <p:nvSpPr>
            <p:cNvPr id="1048843" name="任意多边形: 形状 15"/>
            <p:cNvSpPr/>
            <p:nvPr userDrawn="1">
              <p:custDataLst>
                <p:tags r:id="rId4"/>
              </p:custDataLst>
            </p:nvPr>
          </p:nvSpPr>
          <p:spPr>
            <a:xfrm>
              <a:off x="143698" y="6349833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</p:grpSp>
      <p:sp>
        <p:nvSpPr>
          <p:cNvPr id="1048844" name="竖排标题 1"/>
          <p:cNvSpPr>
            <a:spLocks noGrp="1"/>
          </p:cNvSpPr>
          <p:nvPr>
            <p:ph type="title" orient="vert"/>
            <p:custDataLst>
              <p:tags r:id="rId5"/>
            </p:custDataLst>
          </p:nvPr>
        </p:nvSpPr>
        <p:spPr>
          <a:xfrm>
            <a:off x="10571135" y="952508"/>
            <a:ext cx="950984" cy="5388907"/>
          </a:xfrm>
          <a:noFill/>
        </p:spPr>
        <p:txBody>
          <a:bodyPr anchor="ctr" anchorCtr="0" bIns="38100" lIns="101600" rIns="76200" rtlCol="0" tIns="38100" vert="eaVert">
            <a:noAutofit/>
          </a:bodyPr>
          <a:lstStyle>
            <a:lvl1pPr algn="l" defTabSz="914400" eaLnBrk="1" fontAlgn="auto" hangingPunct="1" latinLnBrk="0" lvl="0" marL="0" marR="0" rtl="0">
              <a:lnSpc>
                <a:spcPct val="100000"/>
              </a:lnSpc>
              <a:spcAft>
                <a:spcPts val="0"/>
              </a:spcAft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048845" name="竖排文字占位符 2"/>
          <p:cNvSpPr>
            <a:spLocks noGrp="1"/>
          </p:cNvSpPr>
          <p:nvPr>
            <p:ph type="body" orient="vert" idx="1"/>
            <p:custDataLst>
              <p:tags r:id="rId6"/>
            </p:custDataLst>
          </p:nvPr>
        </p:nvSpPr>
        <p:spPr>
          <a:xfrm>
            <a:off x="669925" y="952500"/>
            <a:ext cx="9828101" cy="5388907"/>
          </a:xfrm>
          <a:noFill/>
        </p:spPr>
        <p:txBody>
          <a:bodyPr vert="eaVert"/>
          <a:lstStyle>
            <a:lvl1pPr eaLnBrk="1" fontAlgn="auto" hangingPunct="1" indent="0" latinLnBrk="0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1" fontAlgn="auto" hangingPunct="1" indent="0" latinLnBrk="0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eaLnBrk="1" fontAlgn="auto" hangingPunct="1" indent="0" latinLnBrk="0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eaLnBrk="1" fontAlgn="auto" hangingPunct="1" indent="0" latinLnBrk="0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eaLnBrk="1" fontAlgn="auto" hangingPunct="1" indent="0" latinLnBrk="0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84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4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4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tx2"/>
        </a:solidFill>
        <a:effectLst/>
      </p:bgPr>
    </p:bg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组合 19"/>
          <p:cNvGrpSpPr/>
          <p:nvPr userDrawn="1">
            <p:custDataLst>
              <p:tags r:id="rId1"/>
            </p:custDataLst>
          </p:nvPr>
        </p:nvGrpSpPr>
        <p:grpSpPr>
          <a:xfrm>
            <a:off x="143698" y="0"/>
            <a:ext cx="11904604" cy="6852125"/>
            <a:chOff x="143698" y="0"/>
            <a:chExt cx="11904604" cy="6852125"/>
          </a:xfrm>
        </p:grpSpPr>
        <p:sp>
          <p:nvSpPr>
            <p:cNvPr id="1048869" name="矩形 20"/>
            <p:cNvSpPr/>
            <p:nvPr userDrawn="1">
              <p:custDataLst>
                <p:tags r:id="rId2"/>
              </p:custDataLst>
            </p:nvPr>
          </p:nvSpPr>
          <p:spPr>
            <a:xfrm>
              <a:off x="292800" y="304200"/>
              <a:ext cx="11606400" cy="6249600"/>
            </a:xfrm>
            <a:prstGeom prst="rect"/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dirty="0" lang="zh-CN"/>
            </a:p>
          </p:txBody>
        </p:sp>
        <p:sp>
          <p:nvSpPr>
            <p:cNvPr id="1048870" name="任意多边形: 形状 21"/>
            <p:cNvSpPr/>
            <p:nvPr userDrawn="1">
              <p:custDataLst>
                <p:tags r:id="rId3"/>
              </p:custDataLst>
            </p:nvPr>
          </p:nvSpPr>
          <p:spPr>
            <a:xfrm>
              <a:off x="11171697" y="0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  <p:sp>
          <p:nvSpPr>
            <p:cNvPr id="1048871" name="任意多边形: 形状 22"/>
            <p:cNvSpPr/>
            <p:nvPr userDrawn="1">
              <p:custDataLst>
                <p:tags r:id="rId4"/>
              </p:custDataLst>
            </p:nvPr>
          </p:nvSpPr>
          <p:spPr>
            <a:xfrm>
              <a:off x="143698" y="6349833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</p:grpSp>
      <p:sp>
        <p:nvSpPr>
          <p:cNvPr id="1048872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73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74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875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Pr>
        <a:solidFill>
          <a:schemeClr val="bg2"/>
        </a:solidFill>
        <a:effectLst/>
      </p:bgPr>
    </p:bg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图片 8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xmlns:r="http://schemas.openxmlformats.org/officeDocument/2006/relationships" r:embed="rId2" cstate="print"/>
          <a:srcRect t="717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725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583403" y="2237173"/>
            <a:ext cx="7025196" cy="1250275"/>
          </a:xfrm>
        </p:spPr>
        <p:txBody>
          <a:bodyPr anchor="b" anchorCtr="0" bIns="0" lIns="90000" rIns="90000" rtlCol="0" tIns="46800" vert="horz">
            <a:normAutofit/>
          </a:bodyPr>
          <a:lstStyle>
            <a:lvl1pPr algn="ctr" defTabSz="914400" eaLnBrk="1" fontAlgn="auto" hangingPunct="1" latinLnBrk="0" marL="0" marR="0" rtl="0">
              <a:lnSpc>
                <a:spcPct val="100000"/>
              </a:lnSpc>
              <a:buNone/>
              <a:defRPr altLang="en-US" baseline="0" b="1" cap="none" dirty="0" sz="8000" i="0" kern="1200" kumimoji="0" lang="zh-CN" noProof="1" normalizeH="0" spc="600" strike="noStrike" u="none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altLang="en-US" dirty="0" lang="zh-CN">
                <a:sym typeface="+mn-ea"/>
              </a:rPr>
              <a:t>谢谢观赏</a:t>
            </a:r>
            <a:endParaRPr dirty="0">
              <a:sym typeface="+mn-ea"/>
            </a:endParaRPr>
          </a:p>
        </p:txBody>
      </p:sp>
      <p:sp>
        <p:nvSpPr>
          <p:cNvPr id="1048726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27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28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729" name="文本占位符 7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2583430" y="3487738"/>
            <a:ext cx="7025140" cy="622623"/>
          </a:xfrm>
        </p:spPr>
        <p:txBody>
          <a:bodyPr bIns="46800" lIns="90000" rIns="90000" tIns="46800">
            <a:normAutofit/>
          </a:bodyPr>
          <a:lstStyle>
            <a:lvl1pPr algn="ctr" indent="0" marL="0">
              <a:buNone/>
              <a:defRPr baseline="0" sz="28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endParaRPr altLang="en-US" dirty="0"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bg>
      <p:bgPr>
        <a:solidFill>
          <a:schemeClr val="bg2"/>
        </a:solidFill>
        <a:effectLst/>
      </p:bgPr>
    </p:bg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任意多边形: 形状 11"/>
          <p:cNvSpPr/>
          <p:nvPr userDrawn="1">
            <p:custDataLst>
              <p:tags r:id="rId1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859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860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61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862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rame">
    <p:bg>
      <p:bgPr>
        <a:solidFill>
          <a:schemeClr val="tx2"/>
        </a:solidFill>
        <a:effectLst/>
      </p:bgPr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9"/>
          <p:cNvGrpSpPr/>
          <p:nvPr userDrawn="1">
            <p:custDataLst>
              <p:tags r:id="rId1"/>
            </p:custDataLst>
          </p:nvPr>
        </p:nvGrpSpPr>
        <p:grpSpPr>
          <a:xfrm>
            <a:off x="143698" y="0"/>
            <a:ext cx="11904604" cy="6852125"/>
            <a:chOff x="143698" y="0"/>
            <a:chExt cx="11904604" cy="6852125"/>
          </a:xfrm>
        </p:grpSpPr>
        <p:sp>
          <p:nvSpPr>
            <p:cNvPr id="1048641" name="矩形 7"/>
            <p:cNvSpPr/>
            <p:nvPr userDrawn="1">
              <p:custDataLst>
                <p:tags r:id="rId2"/>
              </p:custDataLst>
            </p:nvPr>
          </p:nvSpPr>
          <p:spPr>
            <a:xfrm>
              <a:off x="292800" y="304200"/>
              <a:ext cx="11606400" cy="6249600"/>
            </a:xfrm>
            <a:prstGeom prst="rect"/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dirty="0" lang="zh-CN"/>
            </a:p>
          </p:txBody>
        </p:sp>
        <p:sp>
          <p:nvSpPr>
            <p:cNvPr id="1048642" name="任意多边形: 形状 22"/>
            <p:cNvSpPr/>
            <p:nvPr userDrawn="1">
              <p:custDataLst>
                <p:tags r:id="rId3"/>
              </p:custDataLst>
            </p:nvPr>
          </p:nvSpPr>
          <p:spPr>
            <a:xfrm>
              <a:off x="11171697" y="0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  <p:sp>
          <p:nvSpPr>
            <p:cNvPr id="1048643" name="任意多边形: 形状 23"/>
            <p:cNvSpPr/>
            <p:nvPr userDrawn="1">
              <p:custDataLst>
                <p:tags r:id="rId4"/>
              </p:custDataLst>
            </p:nvPr>
          </p:nvSpPr>
          <p:spPr>
            <a:xfrm>
              <a:off x="143698" y="6349833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</p:grpSp>
      <p:sp>
        <p:nvSpPr>
          <p:cNvPr id="1048644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baseline="0" sz="3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单击此处编辑标题</a:t>
            </a:r>
            <a:endParaRPr altLang="en-US" dirty="0" lang="zh-CN"/>
          </a:p>
        </p:txBody>
      </p:sp>
      <p:sp>
        <p:nvSpPr>
          <p:cNvPr id="1048645" name="内容占位符 6"/>
          <p:cNvSpPr>
            <a:spLocks noGrp="1"/>
          </p:cNvSpPr>
          <p:nvPr userDrawn="1"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646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7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648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/right">
    <p:bg>
      <p:bgPr>
        <a:solidFill>
          <a:schemeClr val="bg2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任意多边形: 形状 13"/>
          <p:cNvSpPr/>
          <p:nvPr userDrawn="1">
            <p:custDataLst>
              <p:tags r:id="rId1"/>
            </p:custDataLst>
          </p:nvPr>
        </p:nvSpPr>
        <p:spPr>
          <a:xfrm>
            <a:off x="11171697" y="6349833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602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/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lvl="0"/>
            <a:endParaRPr altLang="zh-CN" dirty="0" lang="en-US">
              <a:sym typeface="+mn-ea"/>
            </a:endParaRPr>
          </a:p>
        </p:txBody>
      </p:sp>
      <p:sp>
        <p:nvSpPr>
          <p:cNvPr id="1048603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baseline="0" sz="3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单击编辑标题</a:t>
            </a:r>
            <a:endParaRPr altLang="en-US" dirty="0" lang="zh-CN"/>
          </a:p>
        </p:txBody>
      </p:sp>
      <p:sp>
        <p:nvSpPr>
          <p:cNvPr id="1048604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05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606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60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608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/down">
    <p:bg>
      <p:bgPr>
        <a:solidFill>
          <a:schemeClr val="bg2"/>
        </a:solidFill>
        <a:effectLst/>
      </p:bgPr>
    </p:bg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任意多边形: 形状 10"/>
          <p:cNvSpPr/>
          <p:nvPr userDrawn="1">
            <p:custDataLst>
              <p:tags r:id="rId1"/>
            </p:custDataLst>
          </p:nvPr>
        </p:nvSpPr>
        <p:spPr>
          <a:xfrm>
            <a:off x="11171697" y="6349833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617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/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lvl="0"/>
            <a:endParaRPr altLang="zh-CN" lang="en-US">
              <a:sym typeface="+mn-ea"/>
            </a:endParaRPr>
          </a:p>
        </p:txBody>
      </p:sp>
      <p:sp>
        <p:nvSpPr>
          <p:cNvPr id="1048618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baseline="0" sz="3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619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0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621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622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  <p:sp>
        <p:nvSpPr>
          <p:cNvPr id="1048623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wn/up">
    <p:bg>
      <p:bgPr>
        <a:solidFill>
          <a:schemeClr val="bg2"/>
        </a:solidFill>
        <a:effectLst/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矩形 7"/>
          <p:cNvSpPr/>
          <p:nvPr userDrawn="1"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/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lvl="0"/>
            <a:endParaRPr altLang="zh-CN" lang="en-US">
              <a:sym typeface="+mn-ea"/>
            </a:endParaRPr>
          </a:p>
        </p:txBody>
      </p:sp>
      <p:sp>
        <p:nvSpPr>
          <p:cNvPr id="1048632" name="任意多边形: 形状 14"/>
          <p:cNvSpPr/>
          <p:nvPr userDrawn="1">
            <p:custDataLst>
              <p:tags r:id="rId2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633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baseline="0" sz="3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634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5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636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63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638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igation">
    <p:bg>
      <p:bgPr>
        <a:solidFill>
          <a:schemeClr val="bg2"/>
        </a:solidFill>
        <a:effectLst/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任意多边形: 形状 11"/>
          <p:cNvSpPr/>
          <p:nvPr userDrawn="1">
            <p:custDataLst>
              <p:tags r:id="rId1"/>
            </p:custDataLst>
          </p:nvPr>
        </p:nvSpPr>
        <p:spPr>
          <a:xfrm>
            <a:off x="11171697" y="6349833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701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/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lvl="0"/>
            <a:endParaRPr altLang="zh-CN" lang="en-US">
              <a:sym typeface="+mn-ea"/>
            </a:endParaRPr>
          </a:p>
        </p:txBody>
      </p:sp>
      <p:sp>
        <p:nvSpPr>
          <p:cNvPr id="104870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70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0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70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706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707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708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  <p:sp>
        <p:nvSpPr>
          <p:cNvPr id="1048709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istband">
    <p:bg>
      <p:bgPr>
        <a:solidFill>
          <a:schemeClr val="tx2"/>
        </a:solidFill>
        <a:effectLst/>
      </p:bgPr>
    </p:bg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平行四边形 18"/>
          <p:cNvSpPr/>
          <p:nvPr userDrawn="1">
            <p:custDataLst>
              <p:tags r:id="rId1"/>
            </p:custDataLst>
          </p:nvPr>
        </p:nvSpPr>
        <p:spPr>
          <a:xfrm>
            <a:off x="2458244" y="0"/>
            <a:ext cx="7275513" cy="6858000"/>
          </a:xfrm>
          <a:prstGeom prst="parallelogram">
            <a:avLst>
              <a:gd name="adj" fmla="val 56845"/>
            </a:avLst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717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/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lvl="0"/>
            <a:endParaRPr altLang="zh-CN" lang="en-US">
              <a:sym typeface="+mn-ea"/>
            </a:endParaRPr>
          </a:p>
        </p:txBody>
      </p:sp>
      <p:sp>
        <p:nvSpPr>
          <p:cNvPr id="1048718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baseline="0" sz="6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单击此处编辑标题</a:t>
            </a:r>
            <a:endParaRPr altLang="en-US" dirty="0" lang="zh-CN"/>
          </a:p>
        </p:txBody>
      </p:sp>
      <p:sp>
        <p:nvSpPr>
          <p:cNvPr id="1048719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20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721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722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2"/>
        </a:solidFill>
        <a:effectLst/>
      </p:bgPr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2" name="图片 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xmlns:r="http://schemas.openxmlformats.org/officeDocument/2006/relationships" r:embed="rId2" cstate="print"/>
          <a:srcRect t="717"/>
          <a:stretch>
            <a:fillRect/>
          </a:stretch>
        </p:blipFill>
        <p:spPr>
          <a:xfrm flipH="1">
            <a:off x="0" y="0"/>
            <a:ext cx="12192000" cy="6858000"/>
          </a:xfrm>
          <a:prstGeom prst="rect"/>
        </p:spPr>
      </p:pic>
      <p:sp>
        <p:nvSpPr>
          <p:cNvPr id="1048776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240038" y="1386555"/>
            <a:ext cx="6978649" cy="1277606"/>
          </a:xfrm>
        </p:spPr>
        <p:txBody>
          <a:bodyPr anchor="b" anchorCtr="0" bIns="46800" lIns="36000" rIns="90000" tIns="46800">
            <a:normAutofit/>
          </a:bodyPr>
          <a:lstStyle>
            <a:lvl1pPr algn="l">
              <a:defRPr baseline="0" sz="6000" spc="60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altLang="en-US" dirty="0" lang="zh-CN"/>
              <a:t>单击此处编辑标题</a:t>
            </a:r>
            <a:endParaRPr altLang="en-US" dirty="0" lang="zh-CN"/>
          </a:p>
        </p:txBody>
      </p:sp>
      <p:sp>
        <p:nvSpPr>
          <p:cNvPr id="1048777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240038" y="2877671"/>
            <a:ext cx="6978649" cy="426720"/>
          </a:xfrm>
        </p:spPr>
        <p:txBody>
          <a:bodyPr bIns="46800" lIns="90000" rIns="90000" tIns="46800">
            <a:normAutofit/>
          </a:bodyPr>
          <a:lstStyle>
            <a:lvl1pPr algn="l" eaLnBrk="1" fontAlgn="auto" hangingPunct="1" indent="0" latinLnBrk="0" marL="0">
              <a:lnSpc>
                <a:spcPct val="100000"/>
              </a:lnSpc>
              <a:buNone/>
              <a:defRPr baseline="0" cap="none" sz="2400" kern="1200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dirty="0" lang="zh-CN"/>
              <a:t>单击此处编辑副标题</a:t>
            </a:r>
            <a:endParaRPr altLang="en-US" dirty="0" lang="zh-CN"/>
          </a:p>
        </p:txBody>
      </p:sp>
      <p:sp>
        <p:nvSpPr>
          <p:cNvPr id="1048778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79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780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cxnSp>
        <p:nvCxnSpPr>
          <p:cNvPr id="3145730" name="直接连接符 10"/>
          <p:cNvCxnSpPr>
            <a:cxnSpLocks/>
          </p:cNvCxnSpPr>
          <p:nvPr userDrawn="1">
            <p:custDataLst>
              <p:tags r:id="rId8"/>
            </p:custDataLst>
          </p:nvPr>
        </p:nvCxnSpPr>
        <p:spPr>
          <a:xfrm flipV="1">
            <a:off x="1346082" y="2725727"/>
            <a:ext cx="4248000" cy="3175"/>
          </a:xfrm>
          <a:prstGeom prst="line"/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81" name="文本占位符 4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1240082" y="3392450"/>
            <a:ext cx="1620514" cy="395287"/>
          </a:xfrm>
        </p:spPr>
        <p:txBody>
          <a:bodyPr anchor="ctr" anchorCtr="0" bIns="46800" lIns="90000" rIns="90000" tIns="46800">
            <a:normAutofit/>
          </a:bodyPr>
          <a:lstStyle>
            <a:lvl1pPr indent="0" marL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altLang="en-US" dirty="0" lang="zh-CN"/>
              <a:t>汇报人姓名</a:t>
            </a:r>
            <a:endParaRPr altLang="en-US" dirty="0" lang="zh-CN"/>
          </a:p>
        </p:txBody>
      </p:sp>
      <p:sp>
        <p:nvSpPr>
          <p:cNvPr id="1048782" name="文本占位符 5"/>
          <p:cNvSpPr>
            <a:spLocks noGrp="1"/>
          </p:cNvSpPr>
          <p:nvPr>
            <p:ph type="body" sz="quarter" idx="14" hasCustomPrompt="1"/>
            <p:custDataLst>
              <p:tags r:id="rId10"/>
            </p:custDataLst>
          </p:nvPr>
        </p:nvSpPr>
        <p:spPr>
          <a:xfrm>
            <a:off x="2904986" y="3390888"/>
            <a:ext cx="1620000" cy="396000"/>
          </a:xfrm>
        </p:spPr>
        <p:txBody>
          <a:bodyPr anchor="ctr" anchorCtr="0" bIns="46800" lIns="90000" rIns="90000" tIns="46800">
            <a:normAutofit/>
          </a:bodyPr>
          <a:lstStyle>
            <a:lvl1pPr indent="0" marL="0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altLang="en-US" dirty="0" lang="zh-CN"/>
              <a:t>汇报日期</a:t>
            </a:r>
            <a:endParaRPr altLang="en-US" dirty="0" lang="zh-C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afterEffect" presetClass="entr" presetID="16" presetSubtype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dur="500" id="7"/>
                                        <p:tgtEl>
                                          <p:spTgt spid="314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bg>
      <p:bgPr>
        <a:solidFill>
          <a:schemeClr val="bg2"/>
        </a:solidFill>
        <a:effectLst/>
      </p:bgPr>
    </p:bg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任意多边形: 形状 7"/>
          <p:cNvSpPr/>
          <p:nvPr userDrawn="1">
            <p:custDataLst>
              <p:tags r:id="rId1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808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latinLnBrk="0" marL="0" marR="0" rtl="0">
              <a:lnSpc>
                <a:spcPct val="100000"/>
              </a:lnSpc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48809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bIns="0" lIns="101600" rIns="82550" rtlCol="0" tIns="0" vert="horz">
            <a:noAutofit/>
          </a:bodyPr>
          <a:lstStyle>
            <a:lvl1pPr algn="l" defTabSz="914400" eaLnBrk="1" fontAlgn="auto" hangingPunct="1" indent="-228600" latinLnBrk="0" lvl="0" marL="2286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algn="l" defTabSz="914400" eaLnBrk="1" fontAlgn="auto" hangingPunct="1" indent="-228600" latinLnBrk="0" lvl="1" marL="6858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algn="l" pos="1609725"/>
              </a:tabLst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algn="l" defTabSz="914400" eaLnBrk="1" fontAlgn="auto" hangingPunct="1" indent="-228600" latinLnBrk="0" lvl="2" marL="11430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algn="l" defTabSz="914400" eaLnBrk="1" fontAlgn="auto" hangingPunct="1" indent="-228600" latinLnBrk="0" lvl="3" marL="16002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algn="l" defTabSz="914400" eaLnBrk="1" fontAlgn="auto" hangingPunct="1" indent="-228600" latinLnBrk="0" lvl="4" marL="20574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48810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11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12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title">
    <p:bg>
      <p:bgPr>
        <a:solidFill>
          <a:schemeClr val="bg2"/>
        </a:solidFill>
        <a:effectLst/>
      </p:bgPr>
    </p:bg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图片 9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xmlns:r="http://schemas.openxmlformats.org/officeDocument/2006/relationships" r:embed="rId2" cstate="print"/>
          <a:srcRect t="717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690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91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92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693" name="矩形 12"/>
          <p:cNvSpPr/>
          <p:nvPr userDrawn="1">
            <p:custDataLst>
              <p:tags r:id="rId6"/>
            </p:custDataLst>
          </p:nvPr>
        </p:nvSpPr>
        <p:spPr>
          <a:xfrm>
            <a:off x="3373120" y="2503805"/>
            <a:ext cx="8654415" cy="1891665"/>
          </a:xfrm>
          <a:prstGeom prst="rect"/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94" name="矩形 11"/>
          <p:cNvSpPr/>
          <p:nvPr userDrawn="1">
            <p:custDataLst>
              <p:tags r:id="rId7"/>
            </p:custDataLst>
          </p:nvPr>
        </p:nvSpPr>
        <p:spPr>
          <a:xfrm>
            <a:off x="3194367" y="2503805"/>
            <a:ext cx="9011920" cy="2143760"/>
          </a:xfrm>
          <a:prstGeom prst="rect"/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95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767868" y="2829264"/>
            <a:ext cx="5130000" cy="696239"/>
          </a:xfrm>
        </p:spPr>
        <p:txBody>
          <a:bodyPr anchor="t" anchorCtr="0" bIns="46800" lIns="90000" rIns="90000" tIns="46800">
            <a:normAutofit/>
          </a:bodyPr>
          <a:lstStyle>
            <a:lvl1pPr>
              <a:defRPr baseline="0" cap="none" sz="3600" kern="1200" normalizeH="0" spc="300" strike="noStrike" u="none">
                <a:solidFill>
                  <a:schemeClr val="bg1"/>
                </a:solidFill>
                <a:latin typeface="微软雅黑" panose="020B0503020204020204" pitchFamily="34" charset="-122"/>
                <a:ea typeface="汉仪旗黑-85S" panose="00020600040101010101" pitchFamily="18" charset="-122"/>
              </a:defRPr>
            </a:lvl1pPr>
          </a:lstStyle>
          <a:p>
            <a:r>
              <a:rPr altLang="en-US" dirty="0" lang="zh-CN"/>
              <a:t>编辑标题</a:t>
            </a:r>
            <a:endParaRPr altLang="en-US" dirty="0" lang="zh-CN"/>
          </a:p>
        </p:txBody>
      </p:sp>
      <p:sp>
        <p:nvSpPr>
          <p:cNvPr id="1048696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767863" y="3559142"/>
            <a:ext cx="5130000" cy="594000"/>
          </a:xfrm>
        </p:spPr>
        <p:txBody>
          <a:bodyPr bIns="46800" lIns="90000" rIns="90000" tIns="46800">
            <a:normAutofit/>
          </a:bodyPr>
          <a:lstStyle>
            <a:lvl1pPr eaLnBrk="1" fontAlgn="auto" hangingPunct="1" indent="0" latinLnBrk="0" marL="0">
              <a:buNone/>
              <a:defRPr altLang="en-US" baseline="0" b="0" cap="none" sz="1400" i="0" kern="1200" kumimoji="0" lang="zh-CN" noProof="1" normalizeH="0" spc="150" strike="noStrike" u="none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dirty="0" lang="zh-CN"/>
              <a:t>编辑文本</a:t>
            </a:r>
            <a:endParaRPr altLang="en-US" dirty="0" lang="zh-C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afterEffect" presetClass="entr" presetID="1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 id="7"/>
                                        <p:tgtEl>
                                          <p:spTgt spid="1048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dur="1000" id="8"/>
                                        <p:tgtEl>
                                          <p:spTgt spid="104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0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2"/>
                                        <p:tgtEl>
                                          <p:spTgt spid="104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3" grpId="0" animBg="1"/>
      <p:bldP spid="1048694" grpId="0" animBg="1"/>
      <p:bldP spid="1048694" grpId="1" bldLvl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-column content">
    <p:bg>
      <p:bgPr>
        <a:solidFill>
          <a:schemeClr val="bg2"/>
        </a:solidFill>
        <a:effectLst/>
      </p:bgPr>
    </p:bg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任意多边形: 形状 8"/>
          <p:cNvSpPr/>
          <p:nvPr userDrawn="1">
            <p:custDataLst>
              <p:tags r:id="rId1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755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latinLnBrk="0" lvl="0" marL="0" marR="0" rtl="0">
              <a:lnSpc>
                <a:spcPct val="100000"/>
              </a:lnSpc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048756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bIns="0" lIns="101600" rIns="82550" rtlCol="0" tIns="0" vert="horz">
            <a:noAutofit/>
          </a:bodyPr>
          <a:lstStyle>
            <a:lvl1pPr algn="l" defTabSz="914400" eaLnBrk="1" fontAlgn="auto" hangingPunct="1" indent="-228600" latinLnBrk="0" lvl="0" marL="2286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algn="l" defTabSz="914400" eaLnBrk="1" fontAlgn="auto" hangingPunct="1" indent="-228600" latinLnBrk="0" lvl="1" marL="6858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algn="l" pos="1609725"/>
              </a:tabLst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algn="l" defTabSz="914400" eaLnBrk="1" fontAlgn="auto" hangingPunct="1" indent="-228600" latinLnBrk="0" lvl="2" marL="11430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algn="l" defTabSz="914400" eaLnBrk="1" fontAlgn="auto" hangingPunct="1" indent="-228600" latinLnBrk="0" lvl="3" marL="16002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algn="l" defTabSz="914400" eaLnBrk="1" fontAlgn="auto" hangingPunct="1" indent="-228600" latinLnBrk="0" lvl="4" marL="20574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48757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758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59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60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bg>
      <p:bgPr>
        <a:solidFill>
          <a:schemeClr val="bg2"/>
        </a:solidFill>
        <a:effectLst/>
      </p:bgPr>
    </p:bg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任意多边形: 形状 13"/>
          <p:cNvSpPr/>
          <p:nvPr userDrawn="1">
            <p:custDataLst>
              <p:tags r:id="rId1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799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latinLnBrk="0" lvl="0" marL="0" marR="0" rtl="0">
              <a:lnSpc>
                <a:spcPct val="100000"/>
              </a:lnSpc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48800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anchor="t" anchorCtr="0" bIns="38100" lIns="101600" rIns="76200" tIns="38100">
            <a:noAutofit/>
          </a:bodyPr>
          <a:lstStyle>
            <a:lvl1pPr eaLnBrk="1" fontAlgn="auto" hangingPunct="1" indent="0" latinLnBrk="0" marL="0">
              <a:lnSpc>
                <a:spcPct val="100000"/>
              </a:lnSpc>
              <a:spcAft>
                <a:spcPts val="0"/>
              </a:spcAft>
              <a:buNone/>
              <a:defRPr baseline="0" b="0" cap="none" sz="2000" kern="1200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dirty="0" lang="zh-CN"/>
              <a:t>单击此处编辑文本</a:t>
            </a:r>
            <a:endParaRPr altLang="en-US" dirty="0" lang="zh-CN"/>
          </a:p>
        </p:txBody>
      </p:sp>
      <p:sp>
        <p:nvSpPr>
          <p:cNvPr id="1048801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bIns="0" lIns="101600" rIns="82550" rtlCol="0" tIns="0" vert="horz">
            <a:noAutofit/>
          </a:bodyPr>
          <a:lstStyle>
            <a:lvl1pPr algn="l" defTabSz="914400" eaLnBrk="1" fontAlgn="auto" hangingPunct="1" indent="-228600" latinLnBrk="0" lvl="0" marL="2286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algn="l" defTabSz="914400" eaLnBrk="1" fontAlgn="auto" hangingPunct="1" indent="-228600" latinLnBrk="0" lvl="1" marL="6858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algn="l" pos="1609725"/>
              </a:tabLst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algn="l" defTabSz="914400" eaLnBrk="1" fontAlgn="auto" hangingPunct="1" indent="-228600" latinLnBrk="0" lvl="2" marL="11430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algn="l" defTabSz="914400" eaLnBrk="1" fontAlgn="auto" hangingPunct="1" indent="-228600" latinLnBrk="0" lvl="3" marL="16002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algn="l" defTabSz="914400" eaLnBrk="1" fontAlgn="auto" hangingPunct="1" indent="-228600" latinLnBrk="0" lvl="4" marL="20574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48802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altLang="en-US" baseline="0" b="0" cap="none" dirty="0" sz="20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1048803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bIns="0" lIns="101600" rIns="82550" rtlCol="0" tIns="0" vert="horz">
            <a:noAutofit/>
          </a:bodyPr>
          <a:lstStyle>
            <a:lvl1pPr algn="l" defTabSz="914400" eaLnBrk="1" fontAlgn="auto" hangingPunct="1" indent="-228600" latinLnBrk="0" lvl="0" marL="2286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algn="l" defTabSz="914400" eaLnBrk="1" fontAlgn="auto" hangingPunct="1" indent="-228600" latinLnBrk="0" lvl="1" marL="6858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algn="l" pos="1609725"/>
              </a:tabLst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algn="l" defTabSz="914400" eaLnBrk="1" fontAlgn="auto" hangingPunct="1" indent="-228600" latinLnBrk="0" lvl="2" marL="11430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algn="l" defTabSz="914400" eaLnBrk="1" fontAlgn="auto" hangingPunct="1" indent="-228600" latinLnBrk="0" lvl="3" marL="16002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algn="l" defTabSz="914400" eaLnBrk="1" fontAlgn="auto" hangingPunct="1" indent="-228600" latinLnBrk="0" lvl="4" marL="20574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48804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05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06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bg>
      <p:bgPr>
        <a:solidFill>
          <a:schemeClr val="bg2"/>
        </a:solidFill>
        <a:effectLst/>
      </p:bgPr>
    </p:bg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xmlns:r="http://schemas.openxmlformats.org/officeDocument/2006/relationships" r:embed="rId2" cstate="print"/>
          <a:srcRect t="717" r="62187"/>
          <a:stretch>
            <a:fillRect/>
          </a:stretch>
        </p:blipFill>
        <p:spPr>
          <a:xfrm>
            <a:off x="0" y="0"/>
            <a:ext cx="4610100" cy="6858000"/>
          </a:xfrm>
          <a:prstGeom prst="rect"/>
        </p:spPr>
      </p:pic>
      <p:sp>
        <p:nvSpPr>
          <p:cNvPr id="104873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724400" y="443230"/>
            <a:ext cx="6797719" cy="441964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latinLnBrk="0" lvl="0" marL="0" marR="0" rtl="0">
              <a:lnSpc>
                <a:spcPct val="100000"/>
              </a:lnSpc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4873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3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3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bg>
      <p:bgPr>
        <a:solidFill>
          <a:schemeClr val="bg2"/>
        </a:solidFill>
        <a:effectLst/>
      </p:bgPr>
    </p:bg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96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97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itle">
    <p:bg>
      <p:bgPr>
        <a:solidFill>
          <a:schemeClr val="bg2"/>
        </a:solidFill>
        <a:effectLst/>
      </p:bgPr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9" name="任意多边形: 形状 13"/>
          <p:cNvSpPr/>
          <p:nvPr userDrawn="1">
            <p:custDataLst>
              <p:tags r:id="rId1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770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anchor="t" anchorCtr="0" bIns="38100" lIns="101600" rIns="76200" rtlCol="0" tIns="38100" vert="horz">
            <a:noAutofit/>
          </a:bodyPr>
          <a:lstStyle>
            <a:lvl1pPr algn="l" defTabSz="914400" eaLnBrk="1" fontAlgn="auto" hangingPunct="1" latinLnBrk="0" lvl="0" marL="0" marR="0" rtl="0">
              <a:lnSpc>
                <a:spcPct val="100000"/>
              </a:lnSpc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48771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bIns="0" lIns="101600" rIns="82550" rtlCol="0" tIns="0" vert="horz">
            <a:noAutofit/>
          </a:bodyPr>
          <a:lstStyle>
            <a:lvl1pPr algn="l" defTabSz="914400" eaLnBrk="1" fontAlgn="auto" hangingPunct="1" indent="0" latinLnBrk="0" lvl="0" marL="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algn="l" defTabSz="914400" eaLnBrk="1" fontAlgn="auto" hangingPunct="1" indent="-228600" latinLnBrk="0" lvl="1" marL="6858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algn="l" pos="1609725"/>
              </a:tabLst>
              <a:defRPr altLang="en-US" baseline="0" b="0" cap="none" dirty="0" sz="1600" i="0" kern="1200" kumimoji="0" lang="zh-CN" noProof="1" normalizeH="0" spc="150" strike="noStrike" u="none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2pPr>
            <a:lvl3pPr algn="l" defTabSz="914400" eaLnBrk="1" fontAlgn="auto" hangingPunct="1" indent="-228600" latinLnBrk="0" lvl="2" marL="11430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600" i="0" kern="1200" kumimoji="0" lang="zh-CN" noProof="1" normalizeH="0" spc="150" strike="noStrike" u="none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3pPr>
            <a:lvl4pPr algn="l" defTabSz="914400" eaLnBrk="1" fontAlgn="auto" hangingPunct="1" indent="-228600" latinLnBrk="0" lvl="3" marL="16002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600" i="0" kern="1200" kumimoji="0" lang="zh-CN" noProof="1" normalizeH="0" spc="150" strike="noStrike" u="none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4pPr>
            <a:lvl5pPr algn="l" defTabSz="914400" eaLnBrk="1" fontAlgn="auto" hangingPunct="1" indent="-228600" latinLnBrk="0" lvl="4" marL="20574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600" i="0" kern="1200" kumimoji="0" lang="zh-CN" noProof="1" normalizeH="0" spc="150" strike="noStrike" u="none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1048772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bIns="0" lIns="101600" rIns="82550" rtlCol="0" tIns="0" vert="horz">
            <a:normAutofit/>
          </a:bodyPr>
          <a:lstStyle>
            <a:lvl1pPr algn="l" defTabSz="914400" eaLnBrk="1" fontAlgn="auto" hangingPunct="1" indent="-228600" latinLnBrk="0" lvl="0" marL="228600" marR="0" rtl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altLang="en-US" baseline="0" b="0" cap="none" dirty="0" sz="1400" i="0" kern="1200" kumimoji="0" lang="zh-CN" noProof="1" normalizeH="0" spc="15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1048773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p>
            <a:fld id="{9EFD9D74-47D9-4702-A33C-335B63B48DBF}" type="datetimeFigureOut">
              <a:rPr altLang="en-US" lang="zh-CN" smtClean="0"/>
            </a:fld>
            <a:endParaRPr altLang="en-US" dirty="0" lang="zh-CN"/>
          </a:p>
        </p:txBody>
      </p:sp>
      <p:sp>
        <p:nvSpPr>
          <p:cNvPr id="1048774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775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p>
            <a:fld id="{FABC47A4-756D-490B-A52F-7D9E2C9FC05F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bg>
      <p:bgPr>
        <a:solidFill>
          <a:schemeClr val="tx2"/>
        </a:solidFill>
        <a:effectLst/>
      </p:bgPr>
    </p:bg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2"/>
          <p:cNvGrpSpPr/>
          <p:nvPr userDrawn="1">
            <p:custDataLst>
              <p:tags r:id="rId1"/>
            </p:custDataLst>
          </p:nvPr>
        </p:nvGrpSpPr>
        <p:grpSpPr>
          <a:xfrm>
            <a:off x="143698" y="0"/>
            <a:ext cx="11904604" cy="6852125"/>
            <a:chOff x="143698" y="0"/>
            <a:chExt cx="11904604" cy="6852125"/>
          </a:xfrm>
        </p:grpSpPr>
        <p:sp>
          <p:nvSpPr>
            <p:cNvPr id="1048820" name="矩形 13"/>
            <p:cNvSpPr/>
            <p:nvPr userDrawn="1">
              <p:custDataLst>
                <p:tags r:id="rId2"/>
              </p:custDataLst>
            </p:nvPr>
          </p:nvSpPr>
          <p:spPr>
            <a:xfrm>
              <a:off x="292800" y="304200"/>
              <a:ext cx="11606400" cy="6249600"/>
            </a:xfrm>
            <a:prstGeom prst="rect"/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dirty="0" lang="zh-CN"/>
            </a:p>
          </p:txBody>
        </p:sp>
        <p:sp>
          <p:nvSpPr>
            <p:cNvPr id="1048821" name="任意多边形: 形状 14"/>
            <p:cNvSpPr/>
            <p:nvPr userDrawn="1">
              <p:custDataLst>
                <p:tags r:id="rId3"/>
              </p:custDataLst>
            </p:nvPr>
          </p:nvSpPr>
          <p:spPr>
            <a:xfrm>
              <a:off x="11171697" y="0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  <p:sp>
          <p:nvSpPr>
            <p:cNvPr id="1048822" name="任意多边形: 形状 15"/>
            <p:cNvSpPr/>
            <p:nvPr userDrawn="1">
              <p:custDataLst>
                <p:tags r:id="rId4"/>
              </p:custDataLst>
            </p:nvPr>
          </p:nvSpPr>
          <p:spPr>
            <a:xfrm>
              <a:off x="143698" y="6349833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</p:grpSp>
      <p:sp>
        <p:nvSpPr>
          <p:cNvPr id="1048823" name="竖排标题 1"/>
          <p:cNvSpPr>
            <a:spLocks noGrp="1"/>
          </p:cNvSpPr>
          <p:nvPr>
            <p:ph type="title" orient="vert"/>
            <p:custDataLst>
              <p:tags r:id="rId5"/>
            </p:custDataLst>
          </p:nvPr>
        </p:nvSpPr>
        <p:spPr>
          <a:xfrm>
            <a:off x="10571135" y="952508"/>
            <a:ext cx="950984" cy="5388907"/>
          </a:xfrm>
          <a:noFill/>
        </p:spPr>
        <p:txBody>
          <a:bodyPr anchor="ctr" anchorCtr="0" bIns="38100" lIns="101600" rIns="76200" rtlCol="0" tIns="38100" vert="eaVert">
            <a:noAutofit/>
          </a:bodyPr>
          <a:lstStyle>
            <a:lvl1pPr algn="l" defTabSz="914400" eaLnBrk="1" fontAlgn="auto" hangingPunct="1" latinLnBrk="0" lvl="0" marL="0" marR="0" rtl="0">
              <a:lnSpc>
                <a:spcPct val="100000"/>
              </a:lnSpc>
              <a:spcAft>
                <a:spcPts val="0"/>
              </a:spcAft>
              <a:buNone/>
              <a:defRPr altLang="en-US" baseline="0" b="1" cap="none" dirty="0" sz="2400" i="0" kern="1200" kumimoji="0" lang="zh-CN" noProof="1" normalizeH="0" spc="200" strike="noStrike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048824" name="竖排文字占位符 2"/>
          <p:cNvSpPr>
            <a:spLocks noGrp="1"/>
          </p:cNvSpPr>
          <p:nvPr>
            <p:ph type="body" orient="vert" idx="1"/>
            <p:custDataLst>
              <p:tags r:id="rId6"/>
            </p:custDataLst>
          </p:nvPr>
        </p:nvSpPr>
        <p:spPr>
          <a:xfrm>
            <a:off x="669925" y="952500"/>
            <a:ext cx="9828101" cy="5388907"/>
          </a:xfrm>
          <a:noFill/>
        </p:spPr>
        <p:txBody>
          <a:bodyPr vert="eaVert"/>
          <a:lstStyle>
            <a:lvl1pPr eaLnBrk="1" fontAlgn="auto" hangingPunct="1" indent="0" latinLnBrk="0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eaLnBrk="1" fontAlgn="auto" hangingPunct="1" indent="0" latinLnBrk="0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eaLnBrk="1" fontAlgn="auto" hangingPunct="1" indent="0" latinLnBrk="0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eaLnBrk="1" fontAlgn="auto" hangingPunct="1" indent="0" latinLnBrk="0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eaLnBrk="1" fontAlgn="auto" hangingPunct="1" indent="0" latinLnBrk="0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825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26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27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chemeClr val="tx2"/>
        </a:solidFill>
        <a:effectLst/>
      </p:bgPr>
    </p:bg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组合 19"/>
          <p:cNvGrpSpPr/>
          <p:nvPr userDrawn="1">
            <p:custDataLst>
              <p:tags r:id="rId1"/>
            </p:custDataLst>
          </p:nvPr>
        </p:nvGrpSpPr>
        <p:grpSpPr>
          <a:xfrm>
            <a:off x="143698" y="0"/>
            <a:ext cx="11904604" cy="6852125"/>
            <a:chOff x="143698" y="0"/>
            <a:chExt cx="11904604" cy="6852125"/>
          </a:xfrm>
        </p:grpSpPr>
        <p:sp>
          <p:nvSpPr>
            <p:cNvPr id="1048783" name="矩形 20"/>
            <p:cNvSpPr/>
            <p:nvPr userDrawn="1">
              <p:custDataLst>
                <p:tags r:id="rId2"/>
              </p:custDataLst>
            </p:nvPr>
          </p:nvSpPr>
          <p:spPr>
            <a:xfrm>
              <a:off x="292800" y="304200"/>
              <a:ext cx="11606400" cy="6249600"/>
            </a:xfrm>
            <a:prstGeom prst="rect"/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dirty="0" lang="zh-CN"/>
            </a:p>
          </p:txBody>
        </p:sp>
        <p:sp>
          <p:nvSpPr>
            <p:cNvPr id="1048784" name="任意多边形: 形状 21"/>
            <p:cNvSpPr/>
            <p:nvPr userDrawn="1">
              <p:custDataLst>
                <p:tags r:id="rId3"/>
              </p:custDataLst>
            </p:nvPr>
          </p:nvSpPr>
          <p:spPr>
            <a:xfrm>
              <a:off x="11171697" y="0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  <p:sp>
          <p:nvSpPr>
            <p:cNvPr id="1048785" name="任意多边形: 形状 22"/>
            <p:cNvSpPr/>
            <p:nvPr userDrawn="1">
              <p:custDataLst>
                <p:tags r:id="rId4"/>
              </p:custDataLst>
            </p:nvPr>
          </p:nvSpPr>
          <p:spPr>
            <a:xfrm>
              <a:off x="143698" y="6349833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</p:grpSp>
      <p:sp>
        <p:nvSpPr>
          <p:cNvPr id="1048786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87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88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789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bg>
      <p:bgPr>
        <a:solidFill>
          <a:schemeClr val="bg2"/>
        </a:solidFill>
        <a:effectLst/>
      </p:bgPr>
    </p:bg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图片 8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xmlns:r="http://schemas.openxmlformats.org/officeDocument/2006/relationships" r:embed="rId2" cstate="print"/>
          <a:srcRect t="717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836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583403" y="2237173"/>
            <a:ext cx="7025196" cy="1250275"/>
          </a:xfrm>
        </p:spPr>
        <p:txBody>
          <a:bodyPr anchor="b" anchorCtr="0" bIns="0" lIns="90000" rIns="90000" rtlCol="0" tIns="46800" vert="horz">
            <a:normAutofit/>
          </a:bodyPr>
          <a:lstStyle>
            <a:lvl1pPr algn="ctr" defTabSz="914400" eaLnBrk="1" fontAlgn="auto" hangingPunct="1" latinLnBrk="0" marL="0" marR="0" rtl="0">
              <a:lnSpc>
                <a:spcPct val="100000"/>
              </a:lnSpc>
              <a:buNone/>
              <a:defRPr altLang="en-US" baseline="0" b="1" cap="none" dirty="0" sz="8000" i="0" kern="1200" kumimoji="0" lang="zh-CN" noProof="1" normalizeH="0" spc="600" strike="noStrike" u="none">
                <a:solidFill>
                  <a:schemeClr val="tx1"/>
                </a:solidFill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altLang="en-US" dirty="0" lang="zh-CN">
                <a:sym typeface="+mn-ea"/>
              </a:rPr>
              <a:t>谢谢观赏</a:t>
            </a:r>
            <a:endParaRPr dirty="0">
              <a:sym typeface="+mn-ea"/>
            </a:endParaRPr>
          </a:p>
        </p:txBody>
      </p:sp>
      <p:sp>
        <p:nvSpPr>
          <p:cNvPr id="1048837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38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39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840" name="文本占位符 7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2583430" y="3487738"/>
            <a:ext cx="7025140" cy="622623"/>
          </a:xfrm>
        </p:spPr>
        <p:txBody>
          <a:bodyPr bIns="46800" lIns="90000" rIns="90000" tIns="46800">
            <a:normAutofit/>
          </a:bodyPr>
          <a:lstStyle>
            <a:lvl1pPr algn="ctr" indent="0" marL="0">
              <a:buNone/>
              <a:defRPr baseline="0" sz="28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endParaRPr altLang="en-US" dirty="0" 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bg>
      <p:bgPr>
        <a:solidFill>
          <a:schemeClr val="bg2"/>
        </a:solidFill>
        <a:effectLst/>
      </p:bgPr>
    </p:bg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任意多边形: 形状 11"/>
          <p:cNvSpPr/>
          <p:nvPr userDrawn="1">
            <p:custDataLst>
              <p:tags r:id="rId1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791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792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93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794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frame">
    <p:bg>
      <p:bgPr>
        <a:solidFill>
          <a:schemeClr val="tx2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9"/>
          <p:cNvGrpSpPr/>
          <p:nvPr userDrawn="1">
            <p:custDataLst>
              <p:tags r:id="rId1"/>
            </p:custDataLst>
          </p:nvPr>
        </p:nvGrpSpPr>
        <p:grpSpPr>
          <a:xfrm>
            <a:off x="143698" y="0"/>
            <a:ext cx="11904604" cy="6852125"/>
            <a:chOff x="143698" y="0"/>
            <a:chExt cx="11904604" cy="6852125"/>
          </a:xfrm>
        </p:grpSpPr>
        <p:sp>
          <p:nvSpPr>
            <p:cNvPr id="1048582" name="矩形 7"/>
            <p:cNvSpPr/>
            <p:nvPr userDrawn="1">
              <p:custDataLst>
                <p:tags r:id="rId2"/>
              </p:custDataLst>
            </p:nvPr>
          </p:nvSpPr>
          <p:spPr>
            <a:xfrm>
              <a:off x="292800" y="304200"/>
              <a:ext cx="11606400" cy="6249600"/>
            </a:xfrm>
            <a:prstGeom prst="rect"/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dirty="0" lang="zh-CN"/>
            </a:p>
          </p:txBody>
        </p:sp>
        <p:sp>
          <p:nvSpPr>
            <p:cNvPr id="1048583" name="任意多边形: 形状 22"/>
            <p:cNvSpPr/>
            <p:nvPr userDrawn="1">
              <p:custDataLst>
                <p:tags r:id="rId3"/>
              </p:custDataLst>
            </p:nvPr>
          </p:nvSpPr>
          <p:spPr>
            <a:xfrm>
              <a:off x="11171697" y="0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  <p:sp>
          <p:nvSpPr>
            <p:cNvPr id="1048584" name="任意多边形: 形状 23"/>
            <p:cNvSpPr/>
            <p:nvPr userDrawn="1">
              <p:custDataLst>
                <p:tags r:id="rId4"/>
              </p:custDataLst>
            </p:nvPr>
          </p:nvSpPr>
          <p:spPr>
            <a:xfrm>
              <a:off x="143698" y="6349833"/>
              <a:ext cx="876605" cy="502292"/>
            </a:xfrm>
            <a:custGeom>
              <a:avLst/>
              <a:gdLst>
                <a:gd name="connsiteX0" fmla="*/ 978674 w 1363360"/>
                <a:gd name="connsiteY0" fmla="*/ 0 h 781201"/>
                <a:gd name="connsiteX1" fmla="*/ 1363360 w 1363360"/>
                <a:gd name="connsiteY1" fmla="*/ 0 h 781201"/>
                <a:gd name="connsiteX2" fmla="*/ 919286 w 1363360"/>
                <a:gd name="connsiteY2" fmla="*/ 781201 h 781201"/>
                <a:gd name="connsiteX3" fmla="*/ 534600 w 1363360"/>
                <a:gd name="connsiteY3" fmla="*/ 781201 h 781201"/>
                <a:gd name="connsiteX4" fmla="*/ 444074 w 1363360"/>
                <a:gd name="connsiteY4" fmla="*/ 0 h 781201"/>
                <a:gd name="connsiteX5" fmla="*/ 828760 w 1363360"/>
                <a:gd name="connsiteY5" fmla="*/ 0 h 781201"/>
                <a:gd name="connsiteX6" fmla="*/ 384686 w 1363360"/>
                <a:gd name="connsiteY6" fmla="*/ 781201 h 781201"/>
                <a:gd name="connsiteX7" fmla="*/ 0 w 1363360"/>
                <a:gd name="connsiteY7" fmla="*/ 781201 h 78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63360" h="781201">
                  <a:moveTo>
                    <a:pt x="978674" y="0"/>
                  </a:moveTo>
                  <a:lnTo>
                    <a:pt x="1363360" y="0"/>
                  </a:lnTo>
                  <a:lnTo>
                    <a:pt x="919286" y="781201"/>
                  </a:lnTo>
                  <a:lnTo>
                    <a:pt x="534600" y="781201"/>
                  </a:lnTo>
                  <a:close/>
                  <a:moveTo>
                    <a:pt x="444074" y="0"/>
                  </a:moveTo>
                  <a:lnTo>
                    <a:pt x="828760" y="0"/>
                  </a:lnTo>
                  <a:lnTo>
                    <a:pt x="384686" y="781201"/>
                  </a:lnTo>
                  <a:lnTo>
                    <a:pt x="0" y="781201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  <a:alpha val="30000"/>
              </a:schemeClr>
            </a:solidFill>
            <a:ln>
              <a:noFill/>
            </a:ln>
            <a:effectLst>
              <a:outerShdw algn="tr" blurRad="330200" dir="8100000" dist="241300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 lvl="0"/>
              <a:endParaRPr altLang="en-US" dirty="0" lang="zh-CN"/>
            </a:p>
          </p:txBody>
        </p:sp>
      </p:grpSp>
      <p:sp>
        <p:nvSpPr>
          <p:cNvPr id="1048585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baseline="0" sz="3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单击此处编辑标题</a:t>
            </a:r>
            <a:endParaRPr altLang="en-US" dirty="0" lang="zh-CN"/>
          </a:p>
        </p:txBody>
      </p:sp>
      <p:sp>
        <p:nvSpPr>
          <p:cNvPr id="1048586" name="内容占位符 6"/>
          <p:cNvSpPr>
            <a:spLocks noGrp="1"/>
          </p:cNvSpPr>
          <p:nvPr userDrawn="1"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587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8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589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/right">
    <p:bg>
      <p:bgPr>
        <a:solidFill>
          <a:schemeClr val="bg2"/>
        </a:solidFill>
        <a:effectLst/>
      </p:bgPr>
    </p:bg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任意多边形: 形状 13"/>
          <p:cNvSpPr/>
          <p:nvPr userDrawn="1">
            <p:custDataLst>
              <p:tags r:id="rId1"/>
            </p:custDataLst>
          </p:nvPr>
        </p:nvSpPr>
        <p:spPr>
          <a:xfrm>
            <a:off x="11171697" y="6349833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737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/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lvl="0"/>
            <a:endParaRPr altLang="zh-CN" dirty="0" lang="en-US">
              <a:sym typeface="+mn-ea"/>
            </a:endParaRPr>
          </a:p>
        </p:txBody>
      </p:sp>
      <p:sp>
        <p:nvSpPr>
          <p:cNvPr id="1048738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baseline="0" sz="3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单击编辑标题</a:t>
            </a:r>
            <a:endParaRPr altLang="en-US" dirty="0" lang="zh-CN"/>
          </a:p>
        </p:txBody>
      </p:sp>
      <p:sp>
        <p:nvSpPr>
          <p:cNvPr id="1048739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40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741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742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743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/down">
    <p:bg>
      <p:bgPr>
        <a:solidFill>
          <a:schemeClr val="bg2"/>
        </a:solidFill>
        <a:effectLst/>
      </p:bgPr>
    </p:bg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任意多边形: 形状 10"/>
          <p:cNvSpPr/>
          <p:nvPr userDrawn="1">
            <p:custDataLst>
              <p:tags r:id="rId1"/>
            </p:custDataLst>
          </p:nvPr>
        </p:nvSpPr>
        <p:spPr>
          <a:xfrm>
            <a:off x="11171697" y="6349833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829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/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lvl="0"/>
            <a:endParaRPr altLang="zh-CN" lang="en-US">
              <a:sym typeface="+mn-ea"/>
            </a:endParaRPr>
          </a:p>
        </p:txBody>
      </p:sp>
      <p:sp>
        <p:nvSpPr>
          <p:cNvPr id="1048830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baseline="0" sz="36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831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32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833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834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  <p:sp>
        <p:nvSpPr>
          <p:cNvPr id="1048835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wn/up">
    <p:bg>
      <p:bgPr>
        <a:solidFill>
          <a:schemeClr val="bg2"/>
        </a:solidFill>
        <a:effectLst/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矩形 7"/>
          <p:cNvSpPr/>
          <p:nvPr userDrawn="1"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/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lvl="0"/>
            <a:endParaRPr altLang="zh-CN" lang="en-US">
              <a:sym typeface="+mn-ea"/>
            </a:endParaRPr>
          </a:p>
        </p:txBody>
      </p:sp>
      <p:sp>
        <p:nvSpPr>
          <p:cNvPr id="1048762" name="任意多边形: 形状 14"/>
          <p:cNvSpPr/>
          <p:nvPr userDrawn="1">
            <p:custDataLst>
              <p:tags r:id="rId2"/>
            </p:custDataLst>
          </p:nvPr>
        </p:nvSpPr>
        <p:spPr>
          <a:xfrm>
            <a:off x="11171697" y="0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763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baseline="0" sz="3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764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65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766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76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768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igation">
    <p:bg>
      <p:bgPr>
        <a:solidFill>
          <a:schemeClr val="bg2"/>
        </a:solidFill>
        <a:effectLst/>
      </p:bgPr>
    </p:bg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任意多边形: 形状 11"/>
          <p:cNvSpPr/>
          <p:nvPr userDrawn="1">
            <p:custDataLst>
              <p:tags r:id="rId1"/>
            </p:custDataLst>
          </p:nvPr>
        </p:nvSpPr>
        <p:spPr>
          <a:xfrm>
            <a:off x="11171697" y="6349833"/>
            <a:ext cx="876605" cy="502292"/>
          </a:xfrm>
          <a:custGeom>
            <a:avLst/>
            <a:gdLst>
              <a:gd name="connsiteX0" fmla="*/ 978674 w 1363360"/>
              <a:gd name="connsiteY0" fmla="*/ 0 h 781201"/>
              <a:gd name="connsiteX1" fmla="*/ 1363360 w 1363360"/>
              <a:gd name="connsiteY1" fmla="*/ 0 h 781201"/>
              <a:gd name="connsiteX2" fmla="*/ 919286 w 1363360"/>
              <a:gd name="connsiteY2" fmla="*/ 781201 h 781201"/>
              <a:gd name="connsiteX3" fmla="*/ 534600 w 1363360"/>
              <a:gd name="connsiteY3" fmla="*/ 781201 h 781201"/>
              <a:gd name="connsiteX4" fmla="*/ 444074 w 1363360"/>
              <a:gd name="connsiteY4" fmla="*/ 0 h 781201"/>
              <a:gd name="connsiteX5" fmla="*/ 828760 w 1363360"/>
              <a:gd name="connsiteY5" fmla="*/ 0 h 781201"/>
              <a:gd name="connsiteX6" fmla="*/ 384686 w 1363360"/>
              <a:gd name="connsiteY6" fmla="*/ 781201 h 781201"/>
              <a:gd name="connsiteX7" fmla="*/ 0 w 1363360"/>
              <a:gd name="connsiteY7" fmla="*/ 781201 h 78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3360" h="781201">
                <a:moveTo>
                  <a:pt x="978674" y="0"/>
                </a:moveTo>
                <a:lnTo>
                  <a:pt x="1363360" y="0"/>
                </a:lnTo>
                <a:lnTo>
                  <a:pt x="919286" y="781201"/>
                </a:lnTo>
                <a:lnTo>
                  <a:pt x="534600" y="781201"/>
                </a:lnTo>
                <a:close/>
                <a:moveTo>
                  <a:pt x="444074" y="0"/>
                </a:moveTo>
                <a:lnTo>
                  <a:pt x="828760" y="0"/>
                </a:lnTo>
                <a:lnTo>
                  <a:pt x="384686" y="781201"/>
                </a:lnTo>
                <a:lnTo>
                  <a:pt x="0" y="781201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745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/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lvl="0"/>
            <a:endParaRPr altLang="zh-CN" lang="en-US">
              <a:sym typeface="+mn-ea"/>
            </a:endParaRPr>
          </a:p>
        </p:txBody>
      </p:sp>
      <p:sp>
        <p:nvSpPr>
          <p:cNvPr id="1048746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747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48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749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750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751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752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  <p:sp>
        <p:nvSpPr>
          <p:cNvPr id="104875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istband">
    <p:bg>
      <p:bgPr>
        <a:solidFill>
          <a:schemeClr val="tx2"/>
        </a:solidFill>
        <a:effectLst/>
      </p:bgPr>
    </p:bg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平行四边形 18"/>
          <p:cNvSpPr/>
          <p:nvPr userDrawn="1">
            <p:custDataLst>
              <p:tags r:id="rId1"/>
            </p:custDataLst>
          </p:nvPr>
        </p:nvSpPr>
        <p:spPr>
          <a:xfrm>
            <a:off x="2458244" y="0"/>
            <a:ext cx="7275513" cy="6858000"/>
          </a:xfrm>
          <a:prstGeom prst="parallelogram">
            <a:avLst>
              <a:gd name="adj" fmla="val 56845"/>
            </a:avLst>
          </a:prstGeom>
          <a:solidFill>
            <a:schemeClr val="tx1">
              <a:lumMod val="85000"/>
              <a:lumOff val="15000"/>
              <a:alpha val="30000"/>
            </a:schemeClr>
          </a:solidFill>
          <a:ln>
            <a:noFill/>
          </a:ln>
          <a:effectLst>
            <a:outerShdw algn="tr" blurRad="330200" dir="8100000" dist="241300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 lvl="0"/>
            <a:endParaRPr altLang="en-US" lang="zh-CN"/>
          </a:p>
        </p:txBody>
      </p:sp>
      <p:sp>
        <p:nvSpPr>
          <p:cNvPr id="1048814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/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p>
            <a:pPr algn="ctr" lvl="0"/>
            <a:endParaRPr altLang="zh-CN" lang="en-US">
              <a:sym typeface="+mn-ea"/>
            </a:endParaRPr>
          </a:p>
        </p:txBody>
      </p:sp>
      <p:sp>
        <p:nvSpPr>
          <p:cNvPr id="1048815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baseline="0" sz="6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altLang="en-US" dirty="0" lang="zh-CN"/>
              <a:t>单击此处编辑标题</a:t>
            </a:r>
            <a:endParaRPr altLang="en-US" dirty="0" lang="zh-CN"/>
          </a:p>
        </p:txBody>
      </p:sp>
      <p:sp>
        <p:nvSpPr>
          <p:cNvPr id="1048816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17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818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819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ags" Target="../tags/tag133.xml"/><Relationship Id="rId20" Type="http://schemas.openxmlformats.org/officeDocument/2006/relationships/tags" Target="../tags/tag134.xml"/><Relationship Id="rId21" Type="http://schemas.openxmlformats.org/officeDocument/2006/relationships/tags" Target="../tags/tag135.xml"/><Relationship Id="rId22" Type="http://schemas.openxmlformats.org/officeDocument/2006/relationships/tags" Target="../tags/tag136.xml"/><Relationship Id="rId23" Type="http://schemas.openxmlformats.org/officeDocument/2006/relationships/tags" Target="../tags/tag137.xml"/><Relationship Id="rId24" Type="http://schemas.openxmlformats.org/officeDocument/2006/relationships/tags" Target="../tags/tag138.xml"/><Relationship Id="rId25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6.xml"/><Relationship Id="rId19" Type="http://schemas.openxmlformats.org/officeDocument/2006/relationships/tags" Target="../tags/tag271.xml"/><Relationship Id="rId20" Type="http://schemas.openxmlformats.org/officeDocument/2006/relationships/tags" Target="../tags/tag272.xml"/><Relationship Id="rId21" Type="http://schemas.openxmlformats.org/officeDocument/2006/relationships/tags" Target="../tags/tag273.xml"/><Relationship Id="rId22" Type="http://schemas.openxmlformats.org/officeDocument/2006/relationships/tags" Target="../tags/tag274.xml"/><Relationship Id="rId23" Type="http://schemas.openxmlformats.org/officeDocument/2006/relationships/tags" Target="../tags/tag275.xml"/><Relationship Id="rId24" Type="http://schemas.openxmlformats.org/officeDocument/2006/relationships/tags" Target="../tags/tag276.xml"/><Relationship Id="rId2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/>
        </p:spPr>
        <p:txBody>
          <a:bodyPr anchor="t" anchorCtr="0" bIns="38100" lIns="101600" rIns="76200" rtlCol="0" tIns="38100" vert="horz">
            <a:noAutofit/>
          </a:bodyPr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596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/>
        </p:spPr>
        <p:txBody>
          <a:bodyPr bIns="0" lIns="101600" rIns="82550" rtlCol="0" tIns="0" vert="horz">
            <a:normAutofit/>
          </a:bodyPr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597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8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dirty="0" lang="zh-CN"/>
          </a:p>
        </p:txBody>
      </p:sp>
      <p:sp>
        <p:nvSpPr>
          <p:cNvPr id="1048599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600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xStyles>
    <p:titleStyle>
      <a:lvl1pPr algn="l" defTabSz="914400" eaLnBrk="1" fontAlgn="auto" hangingPunct="1" latinLnBrk="0" rtl="0">
        <a:lnSpc>
          <a:spcPct val="100000"/>
        </a:lnSpc>
        <a:spcBef>
          <a:spcPct val="0"/>
        </a:spcBef>
        <a:buNone/>
        <a:defRPr b="1" cap="none" sz="2400" kern="1200" normalizeH="0" spc="20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algn="l" defTabSz="914400" eaLnBrk="1" fontAlgn="auto" hangingPunct="1" indent="-228600" latinLnBrk="0" marL="2286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baseline="0" cap="none" sz="1400" kern="1200" normalizeH="0" spc="15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algn="l" defTabSz="914400" eaLnBrk="1" fontAlgn="auto" hangingPunct="1" indent="-228600" latinLnBrk="0" marL="6858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algn="l" pos="1609725"/>
        </a:tabLst>
        <a:defRPr baseline="0" cap="none" sz="1400" kern="1200" normalizeH="0" spc="15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algn="l" defTabSz="914400" eaLnBrk="1" fontAlgn="auto" hangingPunct="1" indent="-228600" latinLnBrk="0" marL="11430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baseline="0" cap="none" sz="1400" kern="1200" normalizeH="0" spc="15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algn="l" defTabSz="914400" eaLnBrk="1" fontAlgn="auto" hangingPunct="1" indent="-228600" latinLnBrk="0" marL="16002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baseline="0" cap="none" sz="1400" kern="1200" normalizeH="0" spc="15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algn="l" defTabSz="914400" eaLnBrk="1" fontAlgn="auto" hangingPunct="1" indent="-228600" latinLnBrk="0" marL="20574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baseline="0" cap="none" sz="1400" kern="1200" normalizeH="0" spc="15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/>
        </p:spPr>
        <p:txBody>
          <a:bodyPr anchor="t" anchorCtr="0" bIns="38100" lIns="101600" rIns="76200" rtlCol="0" tIns="38100" vert="horz">
            <a:noAutofit/>
          </a:bodyPr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/>
        </p:spPr>
        <p:txBody>
          <a:bodyPr bIns="0" lIns="101600" rIns="82550" rtlCol="0" tIns="0" vert="horz">
            <a:normAutofit/>
          </a:bodyPr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dirty="0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  <p:sp>
        <p:nvSpPr>
          <p:cNvPr id="1048581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  <p:txStyles>
    <p:titleStyle>
      <a:lvl1pPr algn="l" defTabSz="914400" eaLnBrk="1" fontAlgn="auto" hangingPunct="1" latinLnBrk="0" rtl="0">
        <a:lnSpc>
          <a:spcPct val="100000"/>
        </a:lnSpc>
        <a:spcBef>
          <a:spcPct val="0"/>
        </a:spcBef>
        <a:buNone/>
        <a:defRPr b="1" cap="none" sz="2400" kern="1200" normalizeH="0" spc="20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algn="l" defTabSz="914400" eaLnBrk="1" fontAlgn="auto" hangingPunct="1" indent="-228600" latinLnBrk="0" marL="2286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baseline="0" cap="none" sz="1400" kern="1200" normalizeH="0" spc="15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algn="l" defTabSz="914400" eaLnBrk="1" fontAlgn="auto" hangingPunct="1" indent="-228600" latinLnBrk="0" marL="6858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algn="l" pos="1609725"/>
        </a:tabLst>
        <a:defRPr baseline="0" cap="none" sz="1400" kern="1200" normalizeH="0" spc="15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algn="l" defTabSz="914400" eaLnBrk="1" fontAlgn="auto" hangingPunct="1" indent="-228600" latinLnBrk="0" marL="11430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baseline="0" cap="none" sz="1400" kern="1200" normalizeH="0" spc="15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algn="l" defTabSz="914400" eaLnBrk="1" fontAlgn="auto" hangingPunct="1" indent="-228600" latinLnBrk="0" marL="16002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baseline="0" cap="none" sz="1400" kern="1200" normalizeH="0" spc="15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algn="l" defTabSz="914400" eaLnBrk="1" fontAlgn="auto" hangingPunct="1" indent="-228600" latinLnBrk="0" marL="20574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baseline="0" cap="none" sz="1400" kern="1200" normalizeH="0" spc="150" strike="noStrike" u="none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tags" Target="../tags/tag277.x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hemeOverride" Target="../theme/themeOverride1.xml"/><Relationship Id="rId6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tags" Target="../tags/tag281.xml"/><Relationship Id="rId2" Type="http://schemas.openxmlformats.org/officeDocument/2006/relationships/tags" Target="../tags/tag282.xml"/><Relationship Id="rId3" Type="http://schemas.openxmlformats.org/officeDocument/2006/relationships/tags" Target="../tags/tag283.xml"/><Relationship Id="rId4" Type="http://schemas.openxmlformats.org/officeDocument/2006/relationships/tags" Target="../tags/tag284.xml"/><Relationship Id="rId5" Type="http://schemas.openxmlformats.org/officeDocument/2006/relationships/tags" Target="../tags/tag285.xml"/><Relationship Id="rId6" Type="http://schemas.openxmlformats.org/officeDocument/2006/relationships/tags" Target="../tags/tag286.xml"/><Relationship Id="rId7" Type="http://schemas.openxmlformats.org/officeDocument/2006/relationships/tags" Target="../tags/tag287.xml"/><Relationship Id="rId8" Type="http://schemas.openxmlformats.org/officeDocument/2006/relationships/themeOverride" Target="../theme/themeOverride2.xml"/><Relationship Id="rId9" Type="http://schemas.openxmlformats.org/officeDocument/2006/relationships/slideLayout" Target="../slideLayouts/slideLayout6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tags" Target="../tags/tag288.xml"/><Relationship Id="rId2" Type="http://schemas.openxmlformats.org/officeDocument/2006/relationships/tags" Target="../tags/tag289.xml"/><Relationship Id="rId3" Type="http://schemas.openxmlformats.org/officeDocument/2006/relationships/tags" Target="../tags/tag290.xml"/><Relationship Id="rId4" Type="http://schemas.openxmlformats.org/officeDocument/2006/relationships/tags" Target="../tags/tag291.xml"/><Relationship Id="rId5" Type="http://schemas.openxmlformats.org/officeDocument/2006/relationships/themeOverride" Target="../theme/themeOverride3.xml"/><Relationship Id="rId6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image" Target="../media/image3.jpeg"/><Relationship Id="rId4" Type="http://schemas.openxmlformats.org/officeDocument/2006/relationships/tags" Target="../tags/tag294.xml"/><Relationship Id="rId5" Type="http://schemas.openxmlformats.org/officeDocument/2006/relationships/themeOverride" Target="../theme/themeOverride4.xml"/><Relationship Id="rId6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tags" Target="../tags/tag295.xml"/><Relationship Id="rId2" Type="http://schemas.openxmlformats.org/officeDocument/2006/relationships/tags" Target="../tags/tag296.xml"/><Relationship Id="rId3" Type="http://schemas.openxmlformats.org/officeDocument/2006/relationships/tags" Target="../tags/tag297.xml"/><Relationship Id="rId4" Type="http://schemas.openxmlformats.org/officeDocument/2006/relationships/tags" Target="../tags/tag298.xml"/><Relationship Id="rId5" Type="http://schemas.openxmlformats.org/officeDocument/2006/relationships/themeOverride" Target="../theme/themeOverride5.xml"/><Relationship Id="rId6" Type="http://schemas.openxmlformats.org/officeDocument/2006/relationships/slideLayout" Target="../slideLayouts/slideLayout2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tags" Target="../tags/tag299.xml"/><Relationship Id="rId3" Type="http://schemas.openxmlformats.org/officeDocument/2006/relationships/themeOverride" Target="../theme/themeOverride6.xml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tags" Target="../tags/tag300.xml"/><Relationship Id="rId4" Type="http://schemas.openxmlformats.org/officeDocument/2006/relationships/themeOverride" Target="../theme/themeOverride7.xml"/><Relationship Id="rId5" Type="http://schemas.openxmlformats.org/officeDocument/2006/relationships/slideLayout" Target="../slideLayouts/slideLayout31.xml"/><Relationship Id="rId6" Type="http://schemas.openxmlformats.org/officeDocument/2006/relationships/notesSlide" Target="../notesSlides/notesSlide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tags" Target="../tags/tag301.xml"/><Relationship Id="rId5" Type="http://schemas.openxmlformats.org/officeDocument/2006/relationships/themeOverride" Target="../theme/themeOverride8.xml"/><Relationship Id="rId6" Type="http://schemas.openxmlformats.org/officeDocument/2006/relationships/slideLayout" Target="../slideLayouts/slideLayout31.xml"/><Relationship Id="rId7" Type="http://schemas.openxmlformats.org/officeDocument/2006/relationships/notesSlide" Target="../notesSlides/notesSlide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tags" Target="../tags/tag302.xml"/><Relationship Id="rId4" Type="http://schemas.openxmlformats.org/officeDocument/2006/relationships/themeOverride" Target="../theme/themeOverride9.xml"/><Relationship Id="rId5" Type="http://schemas.openxmlformats.org/officeDocument/2006/relationships/slideLayout" Target="../slideLayouts/slideLayout31.xml"/><Relationship Id="rId6" Type="http://schemas.openxmlformats.org/officeDocument/2006/relationships/notesSlide" Target="../notesSlides/notesSlide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tags" Target="../tags/tag303.xml"/><Relationship Id="rId2" Type="http://schemas.openxmlformats.org/officeDocument/2006/relationships/tags" Target="../tags/tag304.xml"/><Relationship Id="rId3" Type="http://schemas.openxmlformats.org/officeDocument/2006/relationships/tags" Target="../tags/tag305.xml"/><Relationship Id="rId4" Type="http://schemas.openxmlformats.org/officeDocument/2006/relationships/tags" Target="../tags/tag306.xml"/><Relationship Id="rId5" Type="http://schemas.openxmlformats.org/officeDocument/2006/relationships/themeOverride" Target="../theme/themeOverride10.xml"/><Relationship Id="rId6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tags" Target="../tags/tag307.xml"/><Relationship Id="rId2" Type="http://schemas.openxmlformats.org/officeDocument/2006/relationships/tags" Target="../tags/tag308.xml"/><Relationship Id="rId3" Type="http://schemas.openxmlformats.org/officeDocument/2006/relationships/image" Target="../media/image12.jpeg"/><Relationship Id="rId4" Type="http://schemas.openxmlformats.org/officeDocument/2006/relationships/tags" Target="../tags/tag309.xml"/><Relationship Id="rId5" Type="http://schemas.openxmlformats.org/officeDocument/2006/relationships/themeOverride" Target="../theme/themeOverride11.xml"/><Relationship Id="rId6" Type="http://schemas.openxmlformats.org/officeDocument/2006/relationships/slideLayout" Target="../slideLayouts/slideLayout1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image" Target="../media/image13.jpeg"/><Relationship Id="rId4" Type="http://schemas.openxmlformats.org/officeDocument/2006/relationships/tags" Target="../tags/tag312.xml"/><Relationship Id="rId5" Type="http://schemas.openxmlformats.org/officeDocument/2006/relationships/themeOverride" Target="../theme/themeOverride12.xml"/><Relationship Id="rId6" Type="http://schemas.openxmlformats.org/officeDocument/2006/relationships/slideLayout" Target="../slideLayouts/slideLayout1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tags" Target="../tags/tag314.xml"/><Relationship Id="rId3" Type="http://schemas.openxmlformats.org/officeDocument/2006/relationships/themeOverride" Target="../theme/themeOverride13.xml"/><Relationship Id="rId4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96850" y="1338911"/>
            <a:ext cx="9569512" cy="1277606"/>
          </a:xfrm>
        </p:spPr>
        <p:txBody>
          <a:bodyPr>
            <a:normAutofit/>
          </a:bodyPr>
          <a:p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F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I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N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A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L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 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P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R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O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J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ECT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 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W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O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R</a:t>
            </a:r>
            <a:r>
              <a:rPr altLang="zh-CN" dirty="0" lang="en-US" spc="-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K</a:t>
            </a:r>
            <a:endParaRPr altLang="zh-CN" dirty="0" lang="en-US" spc="-20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1048661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K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F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rosoft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g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ram</a:t>
            </a:r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endParaRPr altLang="zh-CN" lang="en-US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48662" name="文本占位符 4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240082" y="3392450"/>
            <a:ext cx="2245502" cy="395287"/>
          </a:xfrm>
        </p:spPr>
        <p:txBody>
          <a:bodyPr>
            <a:noAutofit/>
          </a:bodyPr>
          <a:p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BY</a:t>
            </a:r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</a:t>
            </a:r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w</a:t>
            </a:r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</a:t>
            </a:r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</a:t>
            </a:r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h</a:t>
            </a:r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med</a:t>
            </a:r>
            <a:r>
              <a:rPr altLang="zh-CN" dirty="0" lang="en-US" spc="2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endParaRPr altLang="zh-CN" dirty="0" lang="en-US" spc="20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ransition advClick="0" advTm="0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矩形 9"/>
          <p:cNvSpPr/>
          <p:nvPr>
            <p:custDataLst>
              <p:tags r:id="rId1"/>
            </p:custDataLst>
          </p:nvPr>
        </p:nvSpPr>
        <p:spPr>
          <a:xfrm>
            <a:off x="2830649" y="3379787"/>
            <a:ext cx="2824511" cy="997585"/>
          </a:xfrm>
          <a:prstGeom prst="rect"/>
        </p:spPr>
        <p:txBody>
          <a:bodyPr bIns="46800" lIns="90000" rIns="90000" tIns="46800" vert="horz" wrap="square">
            <a:normAutofit fontScale="68421" lnSpcReduction="20000"/>
          </a:bodyPr>
          <a:p>
            <a:pPr algn="dist" defTabSz="1215390"/>
            <a:r>
              <a:rPr altLang="zh-CN" dirty="0" sz="5700" lang="en-US" spc="10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cs typeface="+mn-ea"/>
                <a:sym typeface="+mn-lt"/>
              </a:rPr>
              <a:t>CONTENTS</a:t>
            </a:r>
            <a:endParaRPr altLang="zh-CN" dirty="0" sz="5700" lang="en-US" spc="100" smtClean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汉仪旗黑-85S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1048668" name="文本框 1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1650" y="1519350"/>
            <a:ext cx="3399155" cy="461665"/>
          </a:xfrm>
          <a:prstGeom prst="rect"/>
          <a:noFill/>
          <a:ln>
            <a:noFill/>
          </a:ln>
        </p:spPr>
        <p:txBody>
          <a:bodyPr anchor="ctr" wrap="square">
            <a:normAutofit fontScale="91667" lnSpcReduction="20000"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indent="-285750" marL="7429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indent="-228600" marL="1143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indent="-228600" marL="1600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indent="-228600" marL="2057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fontAlgn="base" hangingPunct="0" indent="-228600" marL="2514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fontAlgn="base" hangingPunct="0" indent="-228600" marL="29718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fontAlgn="base" hangingPunct="0" indent="-228600" marL="34290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fontAlgn="base" hangingPunct="0" indent="-228600" marL="38862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ase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Design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&amp;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ER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endParaRPr altLang="zh-CN" dirty="0" sz="2400" lang="en-US" spc="1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669" name="文本框 19"/>
          <p:cNvSpPr txBox="1"/>
          <p:nvPr>
            <p:custDataLst>
              <p:tags r:id="rId3"/>
            </p:custDataLst>
          </p:nvPr>
        </p:nvSpPr>
        <p:spPr>
          <a:xfrm>
            <a:off x="5920740" y="1396805"/>
            <a:ext cx="930910" cy="706755"/>
          </a:xfrm>
          <a:prstGeom prst="rect"/>
          <a:noFill/>
        </p:spPr>
        <p:txBody>
          <a:bodyPr anchor="ctr" rtlCol="0" wrap="square">
            <a:normAutofit/>
          </a:bodyPr>
          <a:p>
            <a:r>
              <a:rPr altLang="zh-CN" dirty="0" sz="4000" 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altLang="zh-CN" dirty="0" sz="4000" lang="en-US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0" name="文本框 1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1650" y="2504437"/>
            <a:ext cx="3399155" cy="461665"/>
          </a:xfrm>
          <a:prstGeom prst="rect"/>
          <a:noFill/>
          <a:ln>
            <a:noFill/>
          </a:ln>
        </p:spPr>
        <p:txBody>
          <a:bodyPr anchor="ctr" wrap="square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indent="-285750" marL="7429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indent="-228600" marL="1143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indent="-228600" marL="1600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indent="-228600" marL="2057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fontAlgn="base" hangingPunct="0" indent="-228600" marL="2514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fontAlgn="base" hangingPunct="0" indent="-228600" marL="29718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fontAlgn="base" hangingPunct="0" indent="-228600" marL="34290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fontAlgn="base" hangingPunct="0" indent="-228600" marL="38862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altLang="zh-CN" dirty="0" sz="2400" lang="en-US" spc="1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endParaRPr altLang="zh-CN" dirty="0" sz="2400" lang="en-US" spc="1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671" name="文本框 16"/>
          <p:cNvSpPr txBox="1"/>
          <p:nvPr>
            <p:custDataLst>
              <p:tags r:id="rId5"/>
            </p:custDataLst>
          </p:nvPr>
        </p:nvSpPr>
        <p:spPr>
          <a:xfrm>
            <a:off x="5920740" y="2381893"/>
            <a:ext cx="930910" cy="706755"/>
          </a:xfrm>
          <a:prstGeom prst="rect"/>
          <a:noFill/>
        </p:spPr>
        <p:txBody>
          <a:bodyPr anchor="ctr" rtlCol="0" wrap="square">
            <a:normAutofit/>
          </a:bodyPr>
          <a:p>
            <a:r>
              <a:rPr altLang="zh-CN" dirty="0" sz="4000" 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altLang="zh-CN" dirty="0" sz="4000" lang="en-US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45729" name="直接连接符 8"/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3665556" y="4025564"/>
            <a:ext cx="1381125" cy="0"/>
          </a:xfrm>
          <a:prstGeom prst="line"/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2" name="文本框 16"/>
          <p:cNvSpPr txBox="1"/>
          <p:nvPr/>
        </p:nvSpPr>
        <p:spPr>
          <a:xfrm>
            <a:off x="5920740" y="3429000"/>
            <a:ext cx="930910" cy="706755"/>
          </a:xfrm>
          <a:prstGeom prst="rect"/>
          <a:noFill/>
        </p:spPr>
        <p:txBody>
          <a:bodyPr anchor="ctr" rtlCol="0" wrap="square">
            <a:norm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altLang="zh-CN" dirty="0" sz="4000" lang="en-US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altLang="zh-CN" dirty="0" sz="4000" lang="en-US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altLang="zh-CN" dirty="0" sz="4000" lang="en-US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4" name="文本框 13"/>
          <p:cNvSpPr txBox="1">
            <a:spLocks noChangeArrowheads="1"/>
          </p:cNvSpPr>
          <p:nvPr/>
        </p:nvSpPr>
        <p:spPr bwMode="auto">
          <a:xfrm>
            <a:off x="6851649" y="3551545"/>
            <a:ext cx="3399155" cy="461665"/>
          </a:xfrm>
          <a:prstGeom prst="rect"/>
          <a:noFill/>
          <a:ln>
            <a:noFill/>
          </a:ln>
        </p:spPr>
        <p:txBody>
          <a:bodyPr anchor="ctr" wrap="square"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indent="-285750" marL="7429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indent="-228600" marL="1143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indent="-228600" marL="1600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indent="-228600" marL="2057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eaLnBrk="0" fontAlgn="base" hangingPunct="0" indent="-228600" marL="2514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eaLnBrk="0" fontAlgn="base" hangingPunct="0" indent="-228600" marL="29718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eaLnBrk="0" fontAlgn="base" hangingPunct="0" indent="-228600" marL="34290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eaLnBrk="0" fontAlgn="base" hangingPunct="0" indent="-228600" marL="38862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altLang="zh-CN" dirty="0" sz="2400" lang="en-US" spc="1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altLang="zh-CN" dirty="0" sz="2400" lang="en-US" spc="1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altLang="zh-CN" dirty="0" sz="2400" lang="en-US" spc="1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w</a:t>
            </a:r>
            <a:r>
              <a:rPr altLang="zh-CN" dirty="0" sz="2400" lang="en-US" spc="1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2400" lang="en-US" spc="1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altLang="zh-CN" dirty="0" sz="2400" lang="en-US" spc="1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2400" lang="en-US" spc="1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altLang="zh-CN" dirty="0" sz="2400" lang="en-US" spc="10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endParaRPr altLang="zh-CN" dirty="0" sz="2400" lang="en-US" spc="10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 advClick="0" advTm="0">
    <p:comb dir="vert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1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 id="7"/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dur="500" id="8"/>
                                        <p:tgtEl>
                                          <p:spTgt spid="104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9">
                            <p:stCondLst>
                              <p:cond delay="500"/>
                            </p:stCondLst>
                            <p:childTnLst>
                              <p:par>
                                <p:cTn fill="hold" id="10" nodeType="afterEffect" presetClass="entr" presetID="25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ecel="50000" dur="500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.0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14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5"/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ecel="50000" dur="500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accel="50000" dur="500" fill="hold" id="18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ecel="50000" dur="1000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文本框 1"/>
          <p:cNvSpPr txBox="1"/>
          <p:nvPr>
            <p:custDataLst>
              <p:tags r:id="rId1"/>
            </p:custDataLst>
          </p:nvPr>
        </p:nvSpPr>
        <p:spPr>
          <a:xfrm>
            <a:off x="3338004" y="2946400"/>
            <a:ext cx="3405061" cy="1015663"/>
          </a:xfrm>
          <a:prstGeom prst="rect"/>
          <a:noFill/>
        </p:spPr>
        <p:txBody>
          <a:bodyPr bIns="46800" lIns="90000" rIns="90000" rtlCol="0" tIns="46800" wrap="square">
            <a:normAutofit/>
          </a:bodyPr>
          <a:p>
            <a:pPr algn="ctr"/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PART 01</a:t>
            </a:r>
            <a:endParaRPr altLang="zh-CN" dirty="0" sz="6000" lang="en-US" spc="1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48684" name="标题 9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538231" y="2862903"/>
            <a:ext cx="6694636" cy="696239"/>
          </a:xfrm>
        </p:spPr>
        <p:txBody>
          <a:bodyPr>
            <a:normAutofit/>
          </a:bodyPr>
          <a:p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Database Design &amp; ERD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 </a:t>
            </a:r>
            <a:endParaRPr altLang="zh-CN" dirty="0" lang="en-US" spc="200" smtClean="0">
              <a:solidFill>
                <a:schemeClr val="bg1"/>
              </a:solidFill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1048685" name="文本占位符 10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just">
              <a:spcAft>
                <a:spcPts val="800"/>
              </a:spcAft>
            </a:pP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U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s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ing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 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D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r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o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w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.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o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i</a:t>
            </a:r>
            <a:endParaRPr altLang="zh-CN" dirty="0" lang="en-US" spc="0">
              <a:ln w="3175">
                <a:noFill/>
                <a:prstDash val="dash"/>
              </a:ln>
              <a:latin typeface="Arial" panose="020B0604020202020204" pitchFamily="34" charset="0"/>
              <a:cs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  <p:transition advClick="0" advTm="0">
    <p:cover dir="u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afterEffect" presetClass="entr" presetID="56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autoRev="1" dur="500" fill="hold" id="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autoRev="1" decel="50000" dur="500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from="(-#ppt_h/2)" to="(#ppt_y)" valueType="num">
                                      <p:cBhvr>
                                        <p:cTn dur="1000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dur="1000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3" grpId="0"/>
      <p:bldP spid="104868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6"/>
          <p:cNvSpPr txBox="1"/>
          <p:nvPr userDrawn="1">
            <p:custDataLst>
              <p:tags r:id="rId1"/>
            </p:custDataLst>
          </p:nvPr>
        </p:nvSpPr>
        <p:spPr>
          <a:xfrm>
            <a:off x="608328" y="5215804"/>
            <a:ext cx="10973399" cy="1043940"/>
          </a:xfrm>
          <a:prstGeom prst="rect"/>
          <a:noFill/>
          <a:ln w="3175">
            <a:noFill/>
            <a:prstDash val="dash"/>
          </a:ln>
        </p:spPr>
        <p:txBody>
          <a:bodyPr anchor="t" anchorCtr="0" bIns="46800" lIns="90000" rIns="90000" tIns="46800" wrap="square">
            <a:normAutofit fontScale="83333" lnSpcReduction="20000"/>
          </a:bodyPr>
          <a:lstStyle>
            <a:lvl1pPr algn="l" defTabSz="913765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baseline="0" b="0" cap="none" dirty="0" sz="2745" kern="1200" lang="en-US" spc="-49" smtClean="0">
                <a:ln w="3175">
                  <a:noFill/>
                </a:ln>
                <a:solidFill>
                  <a:sysClr lastClr="000000" val="windowText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algn="just">
              <a:lnSpc>
                <a:spcPct val="130000"/>
              </a:lnSpc>
              <a:spcAft>
                <a:spcPts val="800"/>
              </a:spcAft>
            </a:pP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u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Or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endParaRPr altLang="zh-CN" dirty="0" sz="1800" lang="en-US" spc="0" smtClean="0">
              <a:ln w="3175">
                <a:noFill/>
                <a:prstDash val="dash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Aft>
                <a:spcPts val="800"/>
              </a:spcAft>
            </a:pP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_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oumn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_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g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ion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endParaRPr altLang="zh-CN" dirty="0" sz="1800" lang="en-US" spc="0" smtClean="0">
              <a:ln w="3175">
                <a:noFill/>
                <a:prstDash val="dash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Aft>
                <a:spcPts val="800"/>
              </a:spcAft>
            </a:pP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dent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u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EM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_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_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_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D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EMP_NameFK</a:t>
            </a:r>
            <a:r>
              <a:rPr altLang="zh-CN" dirty="0" sz="1800" lang="en-US" spc="0" smtClean="0">
                <a:ln w="3175">
                  <a:noFill/>
                  <a:prstDash val="dash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endParaRPr altLang="zh-CN" dirty="0" sz="1800" lang="en-US" spc="0" smtClean="0">
              <a:ln w="3175">
                <a:noFill/>
                <a:prstDash val="dash"/>
              </a:ln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097166" name="图片 1" descr="D:\Users\Desktop\高清模板图\商务图\25.jpg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t="10287" b="10287"/>
          <a:stretch>
            <a:fillRect/>
          </a:stretch>
        </p:blipFill>
        <p:spPr>
          <a:xfrm>
            <a:off x="608328" y="443230"/>
            <a:ext cx="10974070" cy="4772574"/>
          </a:xfrm>
          <a:prstGeom prst="rect"/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文本框 1"/>
          <p:cNvSpPr txBox="1"/>
          <p:nvPr>
            <p:custDataLst>
              <p:tags r:id="rId1"/>
            </p:custDataLst>
          </p:nvPr>
        </p:nvSpPr>
        <p:spPr>
          <a:xfrm>
            <a:off x="3362802" y="2921168"/>
            <a:ext cx="3405061" cy="1015663"/>
          </a:xfrm>
          <a:prstGeom prst="rect"/>
          <a:noFill/>
        </p:spPr>
        <p:txBody>
          <a:bodyPr bIns="46800" lIns="90000" rIns="90000" rtlCol="0" tIns="46800" wrap="square">
            <a:normAutofit/>
          </a:bodyPr>
          <a:p>
            <a:pPr algn="ctr"/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endParaRPr altLang="zh-CN" dirty="0" sz="6000" lang="en-US" spc="1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48698" name="标题 9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538231" y="2862903"/>
            <a:ext cx="6694636" cy="696239"/>
          </a:xfrm>
        </p:spPr>
        <p:txBody>
          <a:bodyPr>
            <a:normAutofit/>
          </a:bodyPr>
          <a:p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 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S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Q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L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 </a:t>
            </a:r>
            <a:endParaRPr altLang="zh-CN" dirty="0" lang="en-US" spc="200" smtClean="0">
              <a:solidFill>
                <a:schemeClr val="bg1"/>
              </a:solidFill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1048699" name="文本占位符 10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just">
              <a:spcAft>
                <a:spcPts val="800"/>
              </a:spcAft>
            </a:pP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S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q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l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 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s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e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r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v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e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r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 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D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P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M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S</a:t>
            </a:r>
            <a:endParaRPr altLang="zh-CN" dirty="0" lang="en-US" spc="0">
              <a:ln w="3175">
                <a:noFill/>
                <a:prstDash val="dash"/>
              </a:ln>
              <a:latin typeface="Arial" panose="020B0604020202020204" pitchFamily="34" charset="0"/>
              <a:cs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  <p:transition advClick="0" advTm="0">
    <p:cover dir="u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afterEffect" presetClass="entr" presetID="56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autoRev="1" dur="500" fill="hold" id="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autoRev="1" decel="50000" dur="500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from="(-#ppt_h/2)" to="(#ppt_y)" valueType="num">
                                      <p:cBhvr>
                                        <p:cTn dur="1000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dur="1000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7" grpId="0"/>
      <p:bldP spid="104869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l="3538" r="3538"/>
          <a:stretch>
            <a:fillRect/>
          </a:stretch>
        </p:blipFill>
        <p:spPr>
          <a:xfrm rot="0">
            <a:off x="0" y="0"/>
            <a:ext cx="6524869" cy="6394125"/>
          </a:xfrm>
          <a:prstGeom prst="rect"/>
        </p:spPr>
      </p:pic>
      <p:sp>
        <p:nvSpPr>
          <p:cNvPr id="1048649" name="文本占位符 4"/>
          <p:cNvSpPr>
            <a:spLocks noGrp="1"/>
          </p:cNvSpPr>
          <p:nvPr/>
        </p:nvSpPr>
        <p:spPr>
          <a:xfrm>
            <a:off x="6754650" y="1382400"/>
            <a:ext cx="3956400" cy="4093200"/>
          </a:xfrm>
          <a:prstGeom prst="rect"/>
        </p:spPr>
        <p:txBody>
          <a:bodyPr bIns="0" lIns="101600" rIns="82550" rtlCol="0" tIns="0" vert="horz">
            <a:normAutofit/>
          </a:bodyPr>
          <a:lstStyle>
            <a:lvl1pPr algn="l" defTabSz="914400" fontAlgn="auto" indent="-228600" marL="2286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algn="l" defTabSz="914400" fontAlgn="auto" indent="-228600" marL="6858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algn="l" defTabSz="914400" fontAlgn="auto" indent="-228600" marL="11430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algn="l" defTabSz="914400" fontAlgn="auto" indent="-228600" marL="16002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algn="l" defTabSz="914400" fontAlgn="auto" indent="-228600" marL="2057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algn="l" defTabSz="914400" indent="-228600" marL="2514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indent="-228600" marL="2971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indent="-228600" marL="3429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indent="-228600" marL="3886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Import the data and verify the data type and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n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u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l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l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 values. </a:t>
            </a:r>
            <a:endParaRPr altLang="zh-CN" dirty="0" lang="en-US" smtClean="0">
              <a:solidFill>
                <a:srgbClr val="262626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t="11572" b="11572"/>
          <a:stretch>
            <a:fillRect/>
          </a:stretch>
        </p:blipFill>
        <p:spPr>
          <a:xfrm rot="0">
            <a:off x="0" y="0"/>
            <a:ext cx="5773048" cy="5657369"/>
          </a:xfrm>
          <a:prstGeom prst="rect"/>
        </p:spPr>
      </p:pic>
      <p:sp>
        <p:nvSpPr>
          <p:cNvPr id="1048626" name="文本占位符 4"/>
          <p:cNvSpPr>
            <a:spLocks noGrp="1"/>
          </p:cNvSpPr>
          <p:nvPr/>
        </p:nvSpPr>
        <p:spPr>
          <a:xfrm>
            <a:off x="390005" y="5657368"/>
            <a:ext cx="3956400" cy="705967"/>
          </a:xfrm>
          <a:prstGeom prst="rect"/>
        </p:spPr>
        <p:txBody>
          <a:bodyPr bIns="0" lIns="101600" rIns="82550" rtlCol="0" tIns="0" vert="horz">
            <a:normAutofit/>
          </a:bodyPr>
          <a:lstStyle>
            <a:lvl1pPr algn="l" defTabSz="914400" fontAlgn="auto" indent="-228600" marL="2286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algn="l" defTabSz="914400" fontAlgn="auto" indent="-228600" marL="6858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algn="l" defTabSz="914400" fontAlgn="auto" indent="-228600" marL="11430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algn="l" defTabSz="914400" fontAlgn="auto" indent="-228600" marL="16002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algn="l" defTabSz="914400" fontAlgn="auto" indent="-228600" marL="2057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algn="l" defTabSz="914400" indent="-228600" marL="2514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indent="-228600" marL="2971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indent="-228600" marL="3429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indent="-228600" marL="3886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C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r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t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S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l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s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_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T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m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table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with constraints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n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d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i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n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s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r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t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d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t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endParaRPr altLang="zh-CN" dirty="0" lang="en-US" smtClean="0">
              <a:solidFill>
                <a:srgbClr val="262626"/>
              </a:solidFill>
            </a:endParaRPr>
          </a:p>
        </p:txBody>
      </p:sp>
      <p:pic>
        <p:nvPicPr>
          <p:cNvPr id="2097160" name=""/>
          <p:cNvPicPr>
            <a:picLocks/>
          </p:cNvPicPr>
          <p:nvPr/>
        </p:nvPicPr>
        <p:blipFill>
          <a:blip xmlns:r="http://schemas.openxmlformats.org/officeDocument/2006/relationships" r:embed="rId2"/>
          <a:srcRect t="5396" b="5396"/>
          <a:stretch>
            <a:fillRect/>
          </a:stretch>
        </p:blipFill>
        <p:spPr>
          <a:xfrm rot="0">
            <a:off x="6096000" y="0"/>
            <a:ext cx="5773048" cy="5657369"/>
          </a:xfrm>
          <a:prstGeom prst="rect"/>
        </p:spPr>
      </p:pic>
      <p:sp>
        <p:nvSpPr>
          <p:cNvPr id="1048627" name="文本占位符 4"/>
          <p:cNvSpPr>
            <a:spLocks noGrp="1"/>
          </p:cNvSpPr>
          <p:nvPr/>
        </p:nvSpPr>
        <p:spPr>
          <a:xfrm>
            <a:off x="6096000" y="5657369"/>
            <a:ext cx="3956400" cy="705967"/>
          </a:xfrm>
          <a:prstGeom prst="rect"/>
        </p:spPr>
        <p:txBody>
          <a:bodyPr bIns="0" lIns="101600" rIns="82550" rtlCol="0" tIns="0" vert="horz">
            <a:normAutofit/>
          </a:bodyPr>
          <a:lstStyle>
            <a:lvl1pPr algn="l" defTabSz="914400" fontAlgn="auto" indent="-228600" marL="2286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algn="l" defTabSz="914400" fontAlgn="auto" indent="-228600" marL="6858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algn="l" defTabSz="914400" fontAlgn="auto" indent="-228600" marL="11430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algn="l" defTabSz="914400" fontAlgn="auto" indent="-228600" marL="16002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algn="l" defTabSz="914400" fontAlgn="auto" indent="-228600" marL="2057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algn="l" defTabSz="914400" indent="-228600" marL="2514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indent="-228600" marL="2971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indent="-228600" marL="3429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indent="-228600" marL="3886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C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r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t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Dependetstable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w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i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t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h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c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o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n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s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t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r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ints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n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d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i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n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s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r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t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d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t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endParaRPr altLang="zh-CN" dirty="0" lang="en-US" smtClean="0">
              <a:solidFill>
                <a:srgbClr val="262626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l="6024" r="6024"/>
          <a:stretch>
            <a:fillRect/>
          </a:stretch>
        </p:blipFill>
        <p:spPr>
          <a:xfrm rot="0">
            <a:off x="0" y="0"/>
            <a:ext cx="4034741" cy="3953894"/>
          </a:xfrm>
          <a:prstGeom prst="rect"/>
        </p:spPr>
      </p:pic>
      <p:sp>
        <p:nvSpPr>
          <p:cNvPr id="1048610" name="文本占位符 4"/>
          <p:cNvSpPr>
            <a:spLocks noGrp="1"/>
          </p:cNvSpPr>
          <p:nvPr/>
        </p:nvSpPr>
        <p:spPr>
          <a:xfrm>
            <a:off x="78341" y="3953894"/>
            <a:ext cx="3956400" cy="730168"/>
          </a:xfrm>
          <a:prstGeom prst="rect"/>
        </p:spPr>
        <p:txBody>
          <a:bodyPr bIns="0" lIns="101600" rIns="82550" rtlCol="0" tIns="0" vert="horz">
            <a:normAutofit fontScale="92857" lnSpcReduction="20000"/>
          </a:bodyPr>
          <a:lstStyle>
            <a:lvl1pPr algn="l" defTabSz="914400" fontAlgn="auto" indent="-228600" marL="2286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algn="l" defTabSz="914400" fontAlgn="auto" indent="-228600" marL="6858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algn="l" defTabSz="914400" fontAlgn="auto" indent="-228600" marL="11430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algn="l" defTabSz="914400" fontAlgn="auto" indent="-228600" marL="16002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algn="l" defTabSz="914400" fontAlgn="auto" indent="-228600" marL="2057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algn="l" defTabSz="914400" indent="-228600" marL="2514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indent="-228600" marL="2971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indent="-228600" marL="3429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indent="-228600" marL="3886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altLang="ar" b="1" dirty="0" lang="en-US" smtClean="0">
                <a:solidFill>
                  <a:srgbClr val="262626"/>
                </a:solidFill>
                <a:latin typeface="Times New Roman"/>
              </a:rPr>
              <a:t>1</a:t>
            </a:r>
            <a:r>
              <a:rPr altLang="ar" b="1" dirty="0" lang="en-US" smtClean="0">
                <a:solidFill>
                  <a:srgbClr val="262626"/>
                </a:solidFill>
                <a:latin typeface="Times New Roman"/>
              </a:rPr>
              <a:t>.</a:t>
            </a:r>
            <a:r>
              <a:rPr altLang="ar" b="1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Select all 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o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r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d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r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s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 in Los Angeles with 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p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r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o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f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i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t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 100 or higher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u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s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i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n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g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endParaRPr altLang="zh-CN" dirty="0" lang="en-US" smtClean="0">
              <a:solidFill>
                <a:srgbClr val="262626"/>
              </a:solidFill>
            </a:endParaRPr>
          </a:p>
          <a:p>
            <a:pPr indent="0" marL="0">
              <a:buNone/>
            </a:pP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W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H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R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E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endParaRPr altLang="zh-CN" dirty="0" lang="en-US" smtClean="0">
              <a:solidFill>
                <a:srgbClr val="262626"/>
              </a:solidFill>
            </a:endParaRPr>
          </a:p>
        </p:txBody>
      </p:sp>
      <p:sp>
        <p:nvSpPr>
          <p:cNvPr id="1048611" name="文本占位符 4"/>
          <p:cNvSpPr>
            <a:spLocks noGrp="1"/>
          </p:cNvSpPr>
          <p:nvPr/>
        </p:nvSpPr>
        <p:spPr>
          <a:xfrm>
            <a:off x="8053454" y="2444344"/>
            <a:ext cx="4038582" cy="730168"/>
          </a:xfrm>
          <a:prstGeom prst="rect"/>
        </p:spPr>
        <p:txBody>
          <a:bodyPr bIns="0" lIns="101600" rIns="82550" rtlCol="0" tIns="0" vert="horz">
            <a:normAutofit/>
          </a:bodyPr>
          <a:lstStyle>
            <a:lvl1pPr algn="l" defTabSz="914400" fontAlgn="auto" indent="-228600" marL="2286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algn="l" defTabSz="914400" fontAlgn="auto" indent="-228600" marL="6858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algn="l" defTabSz="914400" fontAlgn="auto" indent="-228600" marL="11430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algn="l" defTabSz="914400" fontAlgn="auto" indent="-228600" marL="16002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algn="l" defTabSz="914400" fontAlgn="auto" indent="-228600" marL="2057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algn="l" defTabSz="914400" indent="-228600" marL="2514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indent="-228600" marL="2971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indent="-228600" marL="3429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indent="-228600" marL="3886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altLang="ar" b="1" dirty="0" lang="en-US" smtClean="0">
                <a:solidFill>
                  <a:srgbClr val="262626"/>
                </a:solidFill>
                <a:latin typeface="Times New Roman"/>
              </a:rPr>
              <a:t>2</a:t>
            </a:r>
            <a:r>
              <a:rPr altLang="ar" b="1" dirty="0" lang="en-US" smtClean="0">
                <a:solidFill>
                  <a:srgbClr val="262626"/>
                </a:solidFill>
                <a:latin typeface="Times New Roman"/>
              </a:rPr>
              <a:t>.</a:t>
            </a:r>
            <a:r>
              <a:rPr altLang="ar" b="1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Select 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Total sales per category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u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s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i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n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g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endParaRPr altLang="zh-CN" dirty="0" lang="en-US" smtClean="0">
              <a:solidFill>
                <a:srgbClr val="262626"/>
              </a:solidFill>
            </a:endParaRPr>
          </a:p>
          <a:p>
            <a:pPr indent="0" marL="0">
              <a:buNone/>
            </a:pP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G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R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O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U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P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B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Y</a:t>
            </a:r>
            <a:endParaRPr altLang="zh-CN" dirty="0" lang="en-US" smtClean="0">
              <a:solidFill>
                <a:srgbClr val="262626"/>
              </a:solidFill>
            </a:endParaRPr>
          </a:p>
        </p:txBody>
      </p:sp>
      <p:sp>
        <p:nvSpPr>
          <p:cNvPr id="1048612" name="文本占位符 4"/>
          <p:cNvSpPr>
            <a:spLocks noGrp="1"/>
          </p:cNvSpPr>
          <p:nvPr/>
        </p:nvSpPr>
        <p:spPr>
          <a:xfrm>
            <a:off x="8147822" y="5034349"/>
            <a:ext cx="3956400" cy="730168"/>
          </a:xfrm>
          <a:prstGeom prst="rect"/>
        </p:spPr>
        <p:txBody>
          <a:bodyPr bIns="0" lIns="101600" rIns="82550" rtlCol="0" tIns="0" vert="horz">
            <a:normAutofit fontScale="92857" lnSpcReduction="20000"/>
          </a:bodyPr>
          <a:lstStyle>
            <a:lvl1pPr algn="l" defTabSz="914400" fontAlgn="auto" indent="-228600" marL="2286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algn="l" defTabSz="914400" fontAlgn="auto" indent="-228600" marL="6858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algn="l" defTabSz="914400" fontAlgn="auto" indent="-228600" marL="11430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algn="l" defTabSz="914400" fontAlgn="auto" indent="-228600" marL="16002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algn="l" defTabSz="914400" fontAlgn="auto" indent="-228600" marL="2057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algn="l" defTabSz="914400" indent="-228600" marL="2514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indent="-228600" marL="2971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indent="-228600" marL="3429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indent="-228600" marL="3886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altLang="ar" b="1" dirty="0" lang="en-US" smtClean="0">
                <a:solidFill>
                  <a:srgbClr val="262626"/>
                </a:solidFill>
                <a:latin typeface="Times New Roman"/>
              </a:rPr>
              <a:t>3</a:t>
            </a:r>
            <a:r>
              <a:rPr altLang="ar" b="1" dirty="0" lang="en-US" smtClean="0">
                <a:solidFill>
                  <a:srgbClr val="262626"/>
                </a:solidFill>
                <a:latin typeface="Times New Roman"/>
              </a:rPr>
              <a:t>.</a:t>
            </a:r>
            <a:r>
              <a:rPr altLang="ar" b="1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Select cities that have earned over $10,000 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u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s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i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n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g</a:t>
            </a:r>
            <a:r>
              <a:rPr altLang="ar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endParaRPr altLang="zh-CN" dirty="0" lang="en-US" smtClean="0">
              <a:solidFill>
                <a:srgbClr val="262626"/>
              </a:solidFill>
            </a:endParaRPr>
          </a:p>
          <a:p>
            <a:pPr indent="0" marL="0">
              <a:buNone/>
            </a:pP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H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A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V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ING</a:t>
            </a:r>
            <a:r>
              <a:rPr altLang="zh-CN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endParaRPr altLang="zh-CN" dirty="0" lang="en-US" smtClean="0">
              <a:solidFill>
                <a:srgbClr val="262626"/>
              </a:solidFill>
            </a:endParaRPr>
          </a:p>
          <a:p>
            <a:pPr indent="0" marL="0">
              <a:buNone/>
            </a:pPr>
            <a:endParaRPr altLang="zh-CN" dirty="0" lang="en-US" smtClean="0">
              <a:solidFill>
                <a:srgbClr val="262626"/>
              </a:solidFill>
            </a:endParaRPr>
          </a:p>
        </p:txBody>
      </p:sp>
      <p:pic>
        <p:nvPicPr>
          <p:cNvPr id="2097156" name=""/>
          <p:cNvPicPr>
            <a:picLocks/>
          </p:cNvPicPr>
          <p:nvPr/>
        </p:nvPicPr>
        <p:blipFill>
          <a:blip xmlns:r="http://schemas.openxmlformats.org/officeDocument/2006/relationships" r:embed="rId2"/>
          <a:srcRect t="2165" b="2165"/>
          <a:stretch>
            <a:fillRect/>
          </a:stretch>
        </p:blipFill>
        <p:spPr>
          <a:xfrm rot="0">
            <a:off x="7912474" y="77076"/>
            <a:ext cx="4048144" cy="2367268"/>
          </a:xfrm>
          <a:prstGeom prst="rect"/>
        </p:spPr>
      </p:pic>
      <p:pic>
        <p:nvPicPr>
          <p:cNvPr id="2097157" name=""/>
          <p:cNvPicPr>
            <a:picLocks/>
          </p:cNvPicPr>
          <p:nvPr/>
        </p:nvPicPr>
        <p:blipFill>
          <a:blip xmlns:r="http://schemas.openxmlformats.org/officeDocument/2006/relationships" r:embed="rId3"/>
          <a:srcRect l="17672" r="17672"/>
          <a:stretch>
            <a:fillRect/>
          </a:stretch>
        </p:blipFill>
        <p:spPr>
          <a:xfrm rot="0">
            <a:off x="4113081" y="2627897"/>
            <a:ext cx="4034741" cy="3953894"/>
          </a:xfrm>
          <a:prstGeom prst="rect"/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l="196" r="196"/>
          <a:stretch>
            <a:fillRect/>
          </a:stretch>
        </p:blipFill>
        <p:spPr>
          <a:xfrm rot="0">
            <a:off x="78340" y="0"/>
            <a:ext cx="6198635" cy="3426392"/>
          </a:xfrm>
          <a:prstGeom prst="rect"/>
        </p:spPr>
      </p:pic>
      <p:sp>
        <p:nvSpPr>
          <p:cNvPr id="1048590" name="文本占位符 4"/>
          <p:cNvSpPr>
            <a:spLocks noGrp="1"/>
          </p:cNvSpPr>
          <p:nvPr/>
        </p:nvSpPr>
        <p:spPr>
          <a:xfrm>
            <a:off x="6276974" y="1068664"/>
            <a:ext cx="4885668" cy="901667"/>
          </a:xfrm>
          <a:prstGeom prst="rect"/>
        </p:spPr>
        <p:txBody>
          <a:bodyPr bIns="0" lIns="101600" rIns="82550" rtlCol="0" tIns="0" vert="horz">
            <a:normAutofit/>
          </a:bodyPr>
          <a:lstStyle>
            <a:lvl1pPr algn="l" defTabSz="914400" fontAlgn="auto" indent="-228600" marL="2286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algn="l" defTabSz="914400" fontAlgn="auto" indent="-228600" marL="6858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algn="l" defTabSz="914400" fontAlgn="auto" indent="-228600" marL="11430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algn="l" defTabSz="914400" fontAlgn="auto" indent="-228600" marL="16002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algn="l" defTabSz="914400" fontAlgn="auto" indent="-228600" marL="2057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algn="l" defTabSz="914400" indent="-228600" marL="2514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indent="-228600" marL="2971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indent="-228600" marL="3429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indent="-228600" marL="3886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altLang="zh-CN" b="1" dirty="0" sz="1600" lang="en-US" smtClean="0">
                <a:solidFill>
                  <a:srgbClr val="262626"/>
                </a:solidFill>
                <a:latin typeface="Times New Roman"/>
              </a:rPr>
              <a:t>4</a:t>
            </a:r>
            <a:r>
              <a:rPr altLang="zh-CN" b="1" dirty="0" sz="1600" lang="en-US" smtClean="0">
                <a:solidFill>
                  <a:srgbClr val="262626"/>
                </a:solidFill>
                <a:latin typeface="Times New Roman"/>
              </a:rPr>
              <a:t>.</a:t>
            </a:r>
            <a:r>
              <a:rPr altLang="zh-CN" b="1" dirty="0" sz="160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ar" b="1" dirty="0" sz="1600" lang="en-US" smtClean="0">
                <a:solidFill>
                  <a:srgbClr val="262626"/>
                </a:solidFill>
                <a:latin typeface="Times New Roman"/>
              </a:rPr>
              <a:t>Select all orders above average using </a:t>
            </a:r>
            <a:endParaRPr altLang="zh-CN" dirty="0" sz="1600" lang="en-US" smtClean="0">
              <a:solidFill>
                <a:srgbClr val="262626"/>
              </a:solidFill>
            </a:endParaRPr>
          </a:p>
          <a:p>
            <a:pPr indent="0" marL="0">
              <a:buNone/>
            </a:pPr>
            <a:r>
              <a:rPr altLang="ar" b="1" dirty="0" sz="1600" lang="en-US" smtClean="0">
                <a:solidFill>
                  <a:srgbClr val="262626"/>
                </a:solidFill>
                <a:latin typeface="Times New Roman"/>
              </a:rPr>
              <a:t>sub-queries</a:t>
            </a:r>
            <a:r>
              <a:rPr altLang="ar" b="1" dirty="0" lang="en-US" smtClean="0">
                <a:solidFill>
                  <a:srgbClr val="262626"/>
                </a:solidFill>
                <a:latin typeface="Times New Roman"/>
              </a:rPr>
              <a:t> </a:t>
            </a:r>
            <a:endParaRPr altLang="zh-CN" dirty="0" lang="en-US" smtClean="0">
              <a:solidFill>
                <a:srgbClr val="262626"/>
              </a:solidFill>
            </a:endParaRPr>
          </a:p>
        </p:txBody>
      </p:sp>
      <p:sp>
        <p:nvSpPr>
          <p:cNvPr id="1048591" name="文本占位符 4"/>
          <p:cNvSpPr>
            <a:spLocks noGrp="1"/>
          </p:cNvSpPr>
          <p:nvPr/>
        </p:nvSpPr>
        <p:spPr>
          <a:xfrm>
            <a:off x="2205858" y="4673495"/>
            <a:ext cx="4753907" cy="859497"/>
          </a:xfrm>
          <a:prstGeom prst="rect"/>
        </p:spPr>
        <p:txBody>
          <a:bodyPr bIns="0" lIns="101600" rIns="82550" rtlCol="0" tIns="0" vert="horz">
            <a:normAutofit fontScale="64000" lnSpcReduction="20000"/>
          </a:bodyPr>
          <a:lstStyle>
            <a:lvl1pPr algn="l" defTabSz="914400" fontAlgn="auto" indent="-228600" marL="2286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algn="l" defTabSz="914400" fontAlgn="auto" indent="-228600" marL="6858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algn="l" defTabSz="914400" fontAlgn="auto" indent="-228600" marL="11430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algn="l" defTabSz="914400" fontAlgn="auto" indent="-228600" marL="16002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algn="l" defTabSz="914400" fontAlgn="auto" indent="-228600" marL="2057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baseline="0" cap="none" sz="1400" kern="1200" normalizeH="0" spc="150" strike="noStrike" u="none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algn="l" defTabSz="914400" indent="-228600" marL="2514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indent="-228600" marL="29718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indent="-228600" marL="34290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indent="-228600" marL="3886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r>
              <a:rPr altLang="ar" b="1" dirty="0" sz="2500" lang="en-US" smtClean="0">
                <a:solidFill>
                  <a:srgbClr val="262626"/>
                </a:solidFill>
                <a:latin typeface="Times New Roman"/>
              </a:rPr>
              <a:t>5</a:t>
            </a:r>
            <a:r>
              <a:rPr altLang="ar" b="1" dirty="0" sz="2500" lang="en-US" smtClean="0">
                <a:solidFill>
                  <a:srgbClr val="262626"/>
                </a:solidFill>
                <a:latin typeface="Times New Roman"/>
              </a:rPr>
              <a:t>.</a:t>
            </a:r>
            <a:r>
              <a:rPr altLang="ar" b="1" dirty="0" sz="2500" lang="en-US" smtClean="0">
                <a:solidFill>
                  <a:srgbClr val="262626"/>
                </a:solidFill>
                <a:latin typeface="Times New Roman"/>
              </a:rPr>
              <a:t> </a:t>
            </a:r>
            <a:r>
              <a:rPr altLang="ar" b="1" dirty="0" sz="2500" lang="en-US" smtClean="0">
                <a:solidFill>
                  <a:srgbClr val="262626"/>
                </a:solidFill>
                <a:latin typeface="Times New Roman"/>
              </a:rPr>
              <a:t>Create a view of daily reports for easy retrieval </a:t>
            </a:r>
            <a:r>
              <a:rPr altLang="ar" b="1" dirty="0" sz="2500" lang="en-US" smtClean="0">
                <a:solidFill>
                  <a:srgbClr val="262626"/>
                </a:solidFill>
                <a:latin typeface="Times New Roman"/>
              </a:rPr>
              <a:t>u</a:t>
            </a:r>
            <a:r>
              <a:rPr altLang="ar" b="1" dirty="0" sz="2500" lang="en-US" smtClean="0">
                <a:solidFill>
                  <a:srgbClr val="262626"/>
                </a:solidFill>
                <a:latin typeface="Times New Roman"/>
              </a:rPr>
              <a:t>s</a:t>
            </a:r>
            <a:r>
              <a:rPr altLang="ar" b="1" dirty="0" sz="2500" lang="en-US" smtClean="0">
                <a:solidFill>
                  <a:srgbClr val="262626"/>
                </a:solidFill>
                <a:latin typeface="Times New Roman"/>
              </a:rPr>
              <a:t>i</a:t>
            </a:r>
            <a:r>
              <a:rPr altLang="ar" b="1" dirty="0" sz="2500" lang="en-US" smtClean="0">
                <a:solidFill>
                  <a:srgbClr val="262626"/>
                </a:solidFill>
                <a:latin typeface="Times New Roman"/>
              </a:rPr>
              <a:t>n</a:t>
            </a:r>
            <a:r>
              <a:rPr altLang="ar" b="1" dirty="0" sz="2500" lang="en-US" smtClean="0">
                <a:solidFill>
                  <a:srgbClr val="262626"/>
                </a:solidFill>
                <a:latin typeface="Times New Roman"/>
              </a:rPr>
              <a:t>g</a:t>
            </a:r>
            <a:r>
              <a:rPr altLang="ar" b="1" dirty="0" sz="2500" lang="en-US" smtClean="0">
                <a:solidFill>
                  <a:srgbClr val="262626"/>
                </a:solidFill>
                <a:latin typeface="Times New Roman"/>
              </a:rPr>
              <a:t> </a:t>
            </a:r>
            <a:endParaRPr altLang="zh-CN" b="1" dirty="0" sz="2500" lang="en-US" smtClean="0">
              <a:solidFill>
                <a:srgbClr val="262626"/>
              </a:solidFill>
            </a:endParaRPr>
          </a:p>
          <a:p>
            <a:pPr indent="0" marL="0">
              <a:buNone/>
            </a:pPr>
            <a:r>
              <a:rPr altLang="zh-CN" b="1" dirty="0" sz="2500" lang="en-US" smtClean="0">
                <a:solidFill>
                  <a:srgbClr val="262626"/>
                </a:solidFill>
                <a:latin typeface="Times New Roman"/>
              </a:rPr>
              <a:t>Views</a:t>
            </a:r>
            <a:endParaRPr altLang="zh-CN" b="1" dirty="0" sz="2500" lang="en-US" smtClean="0">
              <a:solidFill>
                <a:srgbClr val="262626"/>
              </a:solidFill>
            </a:endParaRPr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2"/>
          <a:srcRect l="12051" r="12051"/>
          <a:stretch>
            <a:fillRect/>
          </a:stretch>
        </p:blipFill>
        <p:spPr>
          <a:xfrm rot="0">
            <a:off x="6769738" y="3061633"/>
            <a:ext cx="5149579" cy="3953894"/>
          </a:xfrm>
          <a:prstGeom prst="rect"/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9" name="文本框 1"/>
          <p:cNvSpPr txBox="1"/>
          <p:nvPr>
            <p:custDataLst>
              <p:tags r:id="rId1"/>
            </p:custDataLst>
          </p:nvPr>
        </p:nvSpPr>
        <p:spPr>
          <a:xfrm>
            <a:off x="3362802" y="2921168"/>
            <a:ext cx="3405061" cy="1015663"/>
          </a:xfrm>
          <a:prstGeom prst="rect"/>
          <a:noFill/>
        </p:spPr>
        <p:txBody>
          <a:bodyPr bIns="46800" lIns="90000" rIns="90000" rtlCol="0" tIns="46800" wrap="square">
            <a:normAutofit/>
          </a:bodyPr>
          <a:p>
            <a:pPr algn="ctr"/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altLang="zh-CN" dirty="0" sz="6000" lang="en-US" spc="1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endParaRPr altLang="zh-CN" dirty="0" sz="6000" lang="en-US" spc="10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48910" name="标题 9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538231" y="2862903"/>
            <a:ext cx="6694636" cy="696239"/>
          </a:xfrm>
        </p:spPr>
        <p:txBody>
          <a:bodyPr>
            <a:normAutofit/>
          </a:bodyPr>
          <a:p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P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O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W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E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R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 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B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I</a:t>
            </a:r>
            <a:r>
              <a:rPr altLang="zh-CN" dirty="0" lang="en-US" spc="200" smtClean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 </a:t>
            </a:r>
            <a:endParaRPr altLang="zh-CN" dirty="0" lang="en-US" spc="200" smtClean="0">
              <a:solidFill>
                <a:schemeClr val="bg1"/>
              </a:solidFill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1048911" name="文本占位符 10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just">
              <a:spcAft>
                <a:spcPts val="800"/>
              </a:spcAft>
            </a:pP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M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i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c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rosoft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 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p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o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w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e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r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 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b</a:t>
            </a:r>
            <a:r>
              <a:rPr altLang="zh-CN" dirty="0" lang="en-US" spc="0">
                <a:ln w="3175">
                  <a:noFill/>
                  <a:prstDash val="dash"/>
                </a:ln>
                <a:latin typeface="Arial" panose="020B0604020202020204" pitchFamily="34" charset="0"/>
                <a:cs typeface="微软雅黑" panose="020B0503020204020204" pitchFamily="34" charset="-122"/>
              </a:rPr>
              <a:t>i</a:t>
            </a:r>
            <a:endParaRPr altLang="zh-CN" dirty="0" lang="en-US" spc="0">
              <a:ln w="3175">
                <a:noFill/>
                <a:prstDash val="dash"/>
              </a:ln>
              <a:latin typeface="Arial" panose="020B0604020202020204" pitchFamily="34" charset="0"/>
              <a:cs typeface="微软雅黑" panose="020B0503020204020204" pitchFamily="34" charset="-122"/>
            </a:endParaRPr>
          </a:p>
        </p:txBody>
      </p:sp>
    </p:spTree>
    <p:custDataLst>
      <p:tags r:id="rId4"/>
    </p:custDataLst>
  </p:cSld>
  <p:clrMapOvr>
    <a:masterClrMapping/>
  </p:clrMapOvr>
  <p:transition advClick="0" advTm="0">
    <p:cover dir="u"/>
  </p:transition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5" nodeType="afterEffect" presetClass="entr" presetID="56" presetSubtype="0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autoRev="1" dur="500" fill="hold" id="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autoRev="1" decel="50000" dur="500" fill="hold" id="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calcmode="lin" from="(-#ppt_h/2)" to="(#ppt_y)" valueType="num">
                                      <p:cBhvr>
                                        <p:cTn dur="1000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dur="1000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09" grpId="0"/>
      <p:bldP spid="104890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Click here to add to the title</a:t>
            </a:r>
            <a:endParaRPr altLang="zh-CN" lang="en-US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097154" name="内容占位符 2" descr="analysis-coffee-communication-1493370"/>
          <p:cNvPicPr>
            <a:picLocks noChangeAspect="1" noGrp="1"/>
          </p:cNvPicPr>
          <p:nvPr>
            <p:ph sz="quarter" idx="14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l="12580" r="12580"/>
          <a:stretch>
            <a:fillRect/>
          </a:stretch>
        </p:blipFill>
        <p:spPr>
          <a:xfrm>
            <a:off x="211259" y="-731082"/>
            <a:ext cx="11090373" cy="7769280"/>
          </a:xfrm>
          <a:prstGeom prst="rect"/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altLang="zh-CN" 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Click here to add to the title</a:t>
            </a:r>
            <a:endParaRPr altLang="zh-CN" lang="en-US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097174" name="内容占位符 2" descr="analysis-coffee-communication-1493370"/>
          <p:cNvPicPr>
            <a:picLocks noChangeAspect="1" noGrp="1"/>
          </p:cNvPicPr>
          <p:nvPr>
            <p:ph sz="quarter" idx="14"/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rcRect l="10363" r="10363"/>
          <a:stretch>
            <a:fillRect/>
          </a:stretch>
        </p:blipFill>
        <p:spPr>
          <a:xfrm>
            <a:off x="411459" y="-644586"/>
            <a:ext cx="11090373" cy="7769280"/>
          </a:xfrm>
          <a:prstGeom prst="rect"/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altLang="zh-CN" dirty="0" lang="en-US" smtClean="0"/>
              <a:t>THANKS</a:t>
            </a:r>
            <a:endParaRPr altLang="en-US" dirty="0" lang="zh-CN"/>
          </a:p>
        </p:txBody>
      </p:sp>
    </p:spTree>
    <p:custDataLst>
      <p:tags r:id="rId2"/>
    </p:custDataLst>
  </p:cSld>
  <p:clrMapOvr>
    <a:masterClrMapping/>
  </p:clrMapOvr>
  <p:transition advClick="0" advTm="0">
    <p:newsflash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KSO_WM_UNIT_BK_DARK_LIGHT" val="2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KSO_WM_UNIT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6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6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02606"/>
  <p:tag name="KSO_WM_TEMPLATE_THUMBS_INDEX" val="1、6、7、14、15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2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  <p:tag name="KSO_WM_SLIDE_BACKGROUND_TYPE" val="bottomTop"/>
  <p:tag name="KSO_WM_SLIDE_BK_DARK_LIGHT" val="2"/>
  <p:tag name="KSO_WM_UNIT_BK_DARK_LIGHT" val="2"/>
</p:tagLst>
</file>

<file path=ppt/tags/tag24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5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  <p:tag name="KSO_WM_SLIDE_BACKGROUND_TYPE" val="navigation"/>
  <p:tag name="KSO_WM_SLIDE_BK_DARK_LIGHT" val="2"/>
  <p:tag name="KSO_WM_UNIT_BK_DARK_LIGHT" val="2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6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BK_DARK_LIGHT" val="2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6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6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02606"/>
  <p:tag name="KSO_WM_TEMPLATE_THUMBS_INDEX" val="1、6、7、14、15"/>
</p:tagLst>
</file>

<file path=ppt/tags/tag277.xml><?xml version="1.0" encoding="utf-8"?>
<p:tagLst xmlns:p="http://schemas.openxmlformats.org/presentationml/2006/main">
  <p:tag name="KSO_WM_UNIT_ISCONTENTSTITLE" val="0"/>
  <p:tag name="KSO_WM_UNIT_PRESET_TEXT" val="Department Work Report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606_1*a*1"/>
  <p:tag name="KSO_WM_TEMPLATE_CATEGORY" val="custom"/>
  <p:tag name="KSO_WM_TEMPLATE_INDEX" val="20202606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ISCONTENTS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606_1*b*1"/>
  <p:tag name="KSO_WM_TEMPLATE_CATEGORY" val="custom"/>
  <p:tag name="KSO_WM_TEMPLATE_INDEX" val="20202606"/>
  <p:tag name="KSO_WM_UNIT_LAYERLEVEL" val="1"/>
  <p:tag name="KSO_WM_TAG_VERSION" val="1.0"/>
  <p:tag name="KSO_WM_BEAUTIFY_FLAG" val="#wm#"/>
  <p:tag name="KSO_WM_UNIT_PRESET_TEXT" val="Click here to add to the title"/>
</p:tagLst>
</file>

<file path=ppt/tags/tag279.xml><?xml version="1.0" encoding="utf-8"?>
<p:tagLst xmlns:p="http://schemas.openxmlformats.org/presentationml/2006/main">
  <p:tag name="KSO_WM_UNIT_ISCONTENTS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606_1*b*2"/>
  <p:tag name="KSO_WM_TEMPLATE_CATEGORY" val="custom"/>
  <p:tag name="KSO_WM_TEMPLATE_INDEX" val="20202606"/>
  <p:tag name="KSO_WM_UNIT_LAYERLEVEL" val="1"/>
  <p:tag name="KSO_WM_TAG_VERSION" val="1.0"/>
  <p:tag name="KSO_WM_BEAUTIFY_FLAG" val="#wm#"/>
  <p:tag name="KSO_WM_UNIT_PRESET_TEXT" val="Reporter name"/>
</p:tagLst>
</file>

<file path=ppt/tags/tag280.xml><?xml version="1.0" encoding="utf-8"?>
<p:tagLst xmlns:p="http://schemas.openxmlformats.org/presentationml/2006/main">
  <p:tag name="KSO_WM_SLIDE_ID" val="custom20202606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606"/>
  <p:tag name="KSO_WM_SLIDE_LAYOUT" val="a_b"/>
  <p:tag name="KSO_WM_SLIDE_LAYOUT_CNT" val="1_3"/>
  <p:tag name="KSO_WM_TEMPLATE_THUMBS_INDEX" val="1、6、7、14、15"/>
  <p:tag name="KSO_WM_TEMPLATE_MASTER_THUMB_INDEX" val="12"/>
</p:tagLst>
</file>

<file path=ppt/tags/tag281.xml><?xml version="1.0" encoding="utf-8"?>
<p:tagLst xmlns:p="http://schemas.openxmlformats.org/presentationml/2006/main">
  <p:tag name="KSO_WM_UNIT_ISCONTENTSTITLE" val="0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custom20202606_2*a*1"/>
  <p:tag name="KSO_WM_TEMPLATE_CATEGORY" val="custom"/>
  <p:tag name="KSO_WM_TEMPLATE_INDEX" val="20202606"/>
  <p:tag name="KSO_WM_UNIT_LAYERLEVEL" val="1"/>
  <p:tag name="KSO_WM_TAG_VERSION" val="1.0"/>
  <p:tag name="KSO_WM_BEAUTIFY_FLAG" val="#wm#"/>
  <p:tag name="KSO_WM_UNIT_PRESET_TEXT" val="CONTENTS"/>
</p:tagLst>
</file>

<file path=ppt/tags/tag282.xml><?xml version="1.0" encoding="utf-8"?>
<p:tagLst xmlns:p="http://schemas.openxmlformats.org/presentationml/2006/main">
  <p:tag name="KSO_WM_UNIT_ISCONTENTSTITLE" val="0"/>
  <p:tag name="KSO_WM_UNIT_PRESET_TEXT" val="Click here to add to the title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custom20202606_2*m_h_a*1_1_1"/>
  <p:tag name="KSO_WM_TEMPLATE_CATEGORY" val="custom"/>
  <p:tag name="KSO_WM_TEMPLATE_INDEX" val="20202606"/>
  <p:tag name="KSO_WM_UNIT_LAYERLEVEL" val="1_1_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custom20202606_2*m_h_i*1_1_1"/>
  <p:tag name="KSO_WM_TEMPLATE_CATEGORY" val="custom"/>
  <p:tag name="KSO_WM_TEMPLATE_INDEX" val="20202606"/>
  <p:tag name="KSO_WM_UNIT_LAYERLEVEL" val="1_1_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ISCONTENTSTITLE" val="0"/>
  <p:tag name="KSO_WM_UNIT_PRESET_TEXT" val="Click here to add to the title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custom20202606_2*m_h_a*1_2_1"/>
  <p:tag name="KSO_WM_TEMPLATE_CATEGORY" val="custom"/>
  <p:tag name="KSO_WM_TEMPLATE_INDEX" val="20202606"/>
  <p:tag name="KSO_WM_UNIT_LAYERLEVEL" val="1_1_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custom20202606_2*m_h_i*1_2_1"/>
  <p:tag name="KSO_WM_TEMPLATE_CATEGORY" val="custom"/>
  <p:tag name="KSO_WM_TEMPLATE_INDEX" val="20202606"/>
  <p:tag name="KSO_WM_UNIT_LAYERLEVEL" val="1_1_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1"/>
  <p:tag name="KSO_WM_UNIT_ID" val="custom20202606_3*i*1"/>
  <p:tag name="KSO_WM_TEMPLATE_CATEGORY" val="custom"/>
  <p:tag name="KSO_WM_TEMPLATE_INDEX" val="20202606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SLIDE_ID" val="custom20202606_2"/>
  <p:tag name="KSO_WM_TEMPLATE_SUBCATEGORY" val="0"/>
  <p:tag name="KSO_WM_TEMPLATE_MASTER_TYPE" val="1"/>
  <p:tag name="KSO_WM_TEMPLATE_COLOR_TYPE" val="1"/>
  <p:tag name="KSO_WM_SLIDE_TYPE" val="contents"/>
  <p:tag name="KSO_WM_SLIDE_SUBTYPE" val="pureTxt"/>
  <p:tag name="KSO_WM_SLIDE_ITEM_CNT" val="2"/>
  <p:tag name="KSO_WM_SLIDE_INDEX" val="2"/>
  <p:tag name="KSO_WM_DIAGRAM_GROUP_CODE" val="m1-1"/>
  <p:tag name="KSO_WM_SLIDE_DIAGTYPE" val="m"/>
  <p:tag name="KSO_WM_TAG_VERSION" val="1.0"/>
  <p:tag name="KSO_WM_BEAUTIFY_FLAG" val="#wm#"/>
  <p:tag name="KSO_WM_TEMPLATE_CATEGORY" val="custom"/>
  <p:tag name="KSO_WM_TEMPLATE_INDEX" val="20202606"/>
  <p:tag name="KSO_WM_SLIDE_LAYOUT" val="a_b_m"/>
  <p:tag name="KSO_WM_SLIDE_LAYOUT_CNT" val="1_1_1"/>
</p:tagLst>
</file>

<file path=ppt/tags/tag288.xml><?xml version="1.0" encoding="utf-8"?>
<p:tagLst xmlns:p="http://schemas.openxmlformats.org/presentationml/2006/main">
  <p:tag name="KSO_WM_UNIT_PRESET_TEXT" val="PART 01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02606_7*e*1"/>
  <p:tag name="KSO_WM_TEMPLATE_CATEGORY" val="custom"/>
  <p:tag name="KSO_WM_TEMPLATE_INDEX" val="20202606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ISCONTENTS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606_7*a*1"/>
  <p:tag name="KSO_WM_TEMPLATE_CATEGORY" val="custom"/>
  <p:tag name="KSO_WM_TEMPLATE_INDEX" val="20202606"/>
  <p:tag name="KSO_WM_UNIT_LAYERLEVEL" val="1"/>
  <p:tag name="KSO_WM_TAG_VERSION" val="1.0"/>
  <p:tag name="KSO_WM_BEAUTIFY_FLAG" val="#wm#"/>
  <p:tag name="KSO_WM_UNIT_PRESET_TEXT" val="Enter title"/>
</p:tagLst>
</file>

<file path=ppt/tags/tag290.xml><?xml version="1.0" encoding="utf-8"?>
<p:tagLst xmlns:p="http://schemas.openxmlformats.org/presentationml/2006/main">
  <p:tag name="KSO_WM_UNIT_ISCONTENTSTITLE" val="0"/>
  <p:tag name="KSO_WM_UNIT_PRESET_TEXT" val="Click here to add the text, the text is the extraction of your thought, please try to explain your point of view as succinctly as possible.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606_7*b*1"/>
  <p:tag name="KSO_WM_TEMPLATE_CATEGORY" val="custom"/>
  <p:tag name="KSO_WM_TEMPLATE_INDEX" val="20202606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SLIDE_ID" val="custom20202606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2606"/>
  <p:tag name="KSO_WM_SLIDE_LAYOUT" val="a_b_e"/>
  <p:tag name="KSO_WM_SLIDE_LAYOUT_CNT" val="1_1_1"/>
</p:tagLst>
</file>

<file path=ppt/tags/tag292.xml><?xml version="1.0" encoding="utf-8"?>
<p:tagLst xmlns:p="http://schemas.openxmlformats.org/presentationml/2006/main">
  <p:tag name="KSO_WM_UNIT_NOCLEAR" val="0"/>
  <p:tag name="KSO_WM_UNIT_VALUE" val="14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2606_8*f*1"/>
  <p:tag name="KSO_WM_TEMPLATE_CATEGORY" val="custom"/>
  <p:tag name="KSO_WM_TEMPLATE_INDEX" val="20202606"/>
  <p:tag name="KSO_WM_UNIT_LAYERLEVEL" val="1"/>
  <p:tag name="KSO_WM_TAG_VERSION" val="1.0"/>
  <p:tag name="KSO_WM_BEAUTIFY_FLAG" val="#wm#"/>
  <p:tag name="KSO_WM_UNIT_PRESET_TEXT" val="Click here to add the text, the text is the extraction of your thought, please try to explain your point of view as succinctly as possible."/>
</p:tagLst>
</file>

<file path=ppt/tags/tag293.xml><?xml version="1.0" encoding="utf-8"?>
<p:tagLst xmlns:p="http://schemas.openxmlformats.org/presentationml/2006/main">
  <p:tag name="KSO_WM_UNIT_VALUE" val="976*3046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02606_8*d*1"/>
  <p:tag name="KSO_WM_TEMPLATE_CATEGORY" val="custom"/>
  <p:tag name="KSO_WM_TEMPLATE_INDEX" val="20202606"/>
  <p:tag name="KSO_WM_UNIT_SUPPORT_UNIT_TYPE" val="[&quot;all&quot;]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SLIDE_ID" val="custom20202606_8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8"/>
  <p:tag name="KSO_WM_SLIDE_SIZE" val="864*457"/>
  <p:tag name="KSO_WM_SLIDE_POSITION" val="47*34"/>
  <p:tag name="KSO_WM_TAG_VERSION" val="1.0"/>
  <p:tag name="KSO_WM_BEAUTIFY_FLAG" val="#wm#"/>
  <p:tag name="KSO_WM_TEMPLATE_CATEGORY" val="custom"/>
  <p:tag name="KSO_WM_TEMPLATE_INDEX" val="20202606"/>
  <p:tag name="KSO_WM_SLIDE_LAYOUT" val="a_d_f"/>
  <p:tag name="KSO_WM_SLIDE_LAYOUT_CNT" val="1_1_1"/>
</p:tagLst>
</file>

<file path=ppt/tags/tag295.xml><?xml version="1.0" encoding="utf-8"?>
<p:tagLst xmlns:p="http://schemas.openxmlformats.org/presentationml/2006/main">
  <p:tag name="KSO_WM_UNIT_PRESET_TEXT" val="PART 01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02606_7*e*1"/>
  <p:tag name="KSO_WM_TEMPLATE_CATEGORY" val="custom"/>
  <p:tag name="KSO_WM_TEMPLATE_INDEX" val="20202606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ISCONTENTS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606_7*a*1"/>
  <p:tag name="KSO_WM_TEMPLATE_CATEGORY" val="custom"/>
  <p:tag name="KSO_WM_TEMPLATE_INDEX" val="20202606"/>
  <p:tag name="KSO_WM_UNIT_LAYERLEVEL" val="1"/>
  <p:tag name="KSO_WM_TAG_VERSION" val="1.0"/>
  <p:tag name="KSO_WM_BEAUTIFY_FLAG" val="#wm#"/>
  <p:tag name="KSO_WM_UNIT_PRESET_TEXT" val="Enter title"/>
</p:tagLst>
</file>

<file path=ppt/tags/tag297.xml><?xml version="1.0" encoding="utf-8"?>
<p:tagLst xmlns:p="http://schemas.openxmlformats.org/presentationml/2006/main">
  <p:tag name="KSO_WM_UNIT_ISCONTENTSTITLE" val="0"/>
  <p:tag name="KSO_WM_UNIT_PRESET_TEXT" val="Click here to add the text, the text is the extraction of your thought, please try to explain your point of view as succinctly as possible.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606_7*b*1"/>
  <p:tag name="KSO_WM_TEMPLATE_CATEGORY" val="custom"/>
  <p:tag name="KSO_WM_TEMPLATE_INDEX" val="20202606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SLIDE_ID" val="custom20202606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2606"/>
  <p:tag name="KSO_WM_SLIDE_LAYOUT" val="a_b_e"/>
  <p:tag name="KSO_WM_SLIDE_LAYOUT_CNT" val="1_1_1"/>
</p:tagLst>
</file>

<file path=ppt/tags/tag299.xml><?xml version="1.0" encoding="utf-8"?>
<p:tagLst xmlns:p="http://schemas.openxmlformats.org/presentationml/2006/main">
  <p:tag name="KSO_WM_SLIDE_ID" val="custom20202606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606"/>
  <p:tag name="KSO_WM_SLIDE_LAYOUT" val="a_f"/>
  <p:tag name="KSO_WM_SLIDE_LAYOUT_CNT" val="1_1"/>
</p:tagLst>
</file>

<file path=ppt/tags/tag300.xml><?xml version="1.0" encoding="utf-8"?>
<p:tagLst xmlns:p="http://schemas.openxmlformats.org/presentationml/2006/main">
  <p:tag name="KSO_WM_SLIDE_ID" val="custom20202606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606"/>
  <p:tag name="KSO_WM_SLIDE_LAYOUT" val="a_f"/>
  <p:tag name="KSO_WM_SLIDE_LAYOUT_CNT" val="1_1"/>
</p:tagLst>
</file>

<file path=ppt/tags/tag301.xml><?xml version="1.0" encoding="utf-8"?>
<p:tagLst xmlns:p="http://schemas.openxmlformats.org/presentationml/2006/main">
  <p:tag name="KSO_WM_SLIDE_ID" val="custom20202606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606"/>
  <p:tag name="KSO_WM_SLIDE_LAYOUT" val="a_f"/>
  <p:tag name="KSO_WM_SLIDE_LAYOUT_CNT" val="1_1"/>
</p:tagLst>
</file>

<file path=ppt/tags/tag302.xml><?xml version="1.0" encoding="utf-8"?>
<p:tagLst xmlns:p="http://schemas.openxmlformats.org/presentationml/2006/main">
  <p:tag name="KSO_WM_SLIDE_ID" val="custom20202606_9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2606"/>
  <p:tag name="KSO_WM_SLIDE_LAYOUT" val="a_f"/>
  <p:tag name="KSO_WM_SLIDE_LAYOUT_CNT" val="1_1"/>
</p:tagLst>
</file>

<file path=ppt/tags/tag303.xml><?xml version="1.0" encoding="utf-8"?>
<p:tagLst xmlns:p="http://schemas.openxmlformats.org/presentationml/2006/main">
  <p:tag name="KSO_WM_UNIT_PRESET_TEXT" val="PART 01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02606_7*e*1"/>
  <p:tag name="KSO_WM_TEMPLATE_CATEGORY" val="custom"/>
  <p:tag name="KSO_WM_TEMPLATE_INDEX" val="20202606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ISCONTENTS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606_7*a*1"/>
  <p:tag name="KSO_WM_TEMPLATE_CATEGORY" val="custom"/>
  <p:tag name="KSO_WM_TEMPLATE_INDEX" val="20202606"/>
  <p:tag name="KSO_WM_UNIT_LAYERLEVEL" val="1"/>
  <p:tag name="KSO_WM_TAG_VERSION" val="1.0"/>
  <p:tag name="KSO_WM_BEAUTIFY_FLAG" val="#wm#"/>
  <p:tag name="KSO_WM_UNIT_PRESET_TEXT" val="Enter title"/>
</p:tagLst>
</file>

<file path=ppt/tags/tag305.xml><?xml version="1.0" encoding="utf-8"?>
<p:tagLst xmlns:p="http://schemas.openxmlformats.org/presentationml/2006/main">
  <p:tag name="KSO_WM_UNIT_ISCONTENTSTITLE" val="0"/>
  <p:tag name="KSO_WM_UNIT_PRESET_TEXT" val="Click here to add the text, the text is the extraction of your thought, please try to explain your point of view as succinctly as possible."/>
  <p:tag name="KSO_WM_UNIT_NOCLEAR" val="0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606_7*b*1"/>
  <p:tag name="KSO_WM_TEMPLATE_CATEGORY" val="custom"/>
  <p:tag name="KSO_WM_TEMPLATE_INDEX" val="20202606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SLIDE_ID" val="custom20202606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2606"/>
  <p:tag name="KSO_WM_SLIDE_LAYOUT" val="a_b_e"/>
  <p:tag name="KSO_WM_SLIDE_LAYOUT_CNT" val="1_1_1"/>
</p:tagLst>
</file>

<file path=ppt/tags/tag307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606_10*a*1"/>
  <p:tag name="KSO_WM_TEMPLATE_CATEGORY" val="custom"/>
  <p:tag name="KSO_WM_TEMPLATE_INDEX" val="20202606"/>
  <p:tag name="KSO_WM_UNIT_LAYERLEVEL" val="1"/>
  <p:tag name="KSO_WM_TAG_VERSION" val="1.0"/>
  <p:tag name="KSO_WM_BEAUTIFY_FLAG" val="#wm#"/>
  <p:tag name="KSO_WM_UNIT_PRESET_TEXT" val="Click here to add to the title"/>
</p:tagLst>
</file>

<file path=ppt/tags/tag308.xml><?xml version="1.0" encoding="utf-8"?>
<p:tagLst xmlns:p="http://schemas.openxmlformats.org/presentationml/2006/main">
  <p:tag name="KSO_WM_UNIT_VALUE" val="1412*187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02606_10*d*1"/>
  <p:tag name="KSO_WM_TEMPLATE_CATEGORY" val="custom"/>
  <p:tag name="KSO_WM_TEMPLATE_INDEX" val="20202606"/>
  <p:tag name="KSO_WM_UNIT_SUPPORT_UNIT_TYPE" val="[&quot;all&quot;]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SLIDE_ID" val="custom20202606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88*400"/>
  <p:tag name="KSO_WM_SLIDE_POSITION" val="45*60"/>
  <p:tag name="KSO_WM_TAG_VERSION" val="1.0"/>
  <p:tag name="KSO_WM_BEAUTIFY_FLAG" val="#wm#"/>
  <p:tag name="KSO_WM_TEMPLATE_CATEGORY" val="custom"/>
  <p:tag name="KSO_WM_TEMPLATE_INDEX" val="20202606"/>
  <p:tag name="KSO_WM_SLIDE_LAYOUT" val="a_d_f"/>
  <p:tag name="KSO_WM_SLIDE_LAYOUT_CNT" val="1_1_1"/>
</p:tagLst>
</file>

<file path=ppt/tags/tag310.xml><?xml version="1.0" encoding="utf-8"?>
<p:tagLst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606_10*a*1"/>
  <p:tag name="KSO_WM_TEMPLATE_CATEGORY" val="custom"/>
  <p:tag name="KSO_WM_TEMPLATE_INDEX" val="20202606"/>
  <p:tag name="KSO_WM_UNIT_LAYERLEVEL" val="1"/>
  <p:tag name="KSO_WM_TAG_VERSION" val="1.0"/>
  <p:tag name="KSO_WM_BEAUTIFY_FLAG" val="#wm#"/>
  <p:tag name="KSO_WM_UNIT_PRESET_TEXT" val="Click here to add to the title"/>
</p:tagLst>
</file>

<file path=ppt/tags/tag311.xml><?xml version="1.0" encoding="utf-8"?>
<p:tagLst xmlns:p="http://schemas.openxmlformats.org/presentationml/2006/main">
  <p:tag name="KSO_WM_UNIT_VALUE" val="1412*1878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02606_10*d*1"/>
  <p:tag name="KSO_WM_TEMPLATE_CATEGORY" val="custom"/>
  <p:tag name="KSO_WM_TEMPLATE_INDEX" val="20202606"/>
  <p:tag name="KSO_WM_UNIT_SUPPORT_UNIT_TYPE" val="[&quot;all&quot;]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SLIDE_ID" val="custom20202606_10"/>
  <p:tag name="KSO_WM_TEMPLATE_SUBCATEGORY" val="0"/>
  <p:tag name="KSO_WM_TEMPLATE_MASTER_TYPE" val="1"/>
  <p:tag name="KSO_WM_TEMPLATE_COLOR_TYPE" val="1"/>
  <p:tag name="KSO_WM_SLIDE_TYPE" val="text"/>
  <p:tag name="KSO_WM_SLIDE_SUBTYPE" val="picTxt"/>
  <p:tag name="KSO_WM_SLIDE_ITEM_CNT" val="0"/>
  <p:tag name="KSO_WM_SLIDE_INDEX" val="10"/>
  <p:tag name="KSO_WM_SLIDE_SIZE" val="888*400"/>
  <p:tag name="KSO_WM_SLIDE_POSITION" val="45*60"/>
  <p:tag name="KSO_WM_TAG_VERSION" val="1.0"/>
  <p:tag name="KSO_WM_BEAUTIFY_FLAG" val="#wm#"/>
  <p:tag name="KSO_WM_TEMPLATE_CATEGORY" val="custom"/>
  <p:tag name="KSO_WM_TEMPLATE_INDEX" val="20202606"/>
  <p:tag name="KSO_WM_SLIDE_LAYOUT" val="a_d_f"/>
  <p:tag name="KSO_WM_SLIDE_LAYOUT_CNT" val="1_1_1"/>
</p:tagLst>
</file>

<file path=ppt/tags/tag313.xml><?xml version="1.0" encoding="utf-8"?>
<p:tagLst xmlns:p="http://schemas.openxmlformats.org/presentationml/2006/main">
  <p:tag name="KSO_WM_UNIT_ISCONTENTSTITLE" val="0"/>
  <p:tag name="KSO_WM_UNIT_NOCLEAR" val="1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606_15*a*1"/>
  <p:tag name="KSO_WM_TEMPLATE_CATEGORY" val="custom"/>
  <p:tag name="KSO_WM_TEMPLATE_INDEX" val="20202606"/>
  <p:tag name="KSO_WM_UNIT_LAYERLEVEL" val="1"/>
  <p:tag name="KSO_WM_TAG_VERSION" val="1.0"/>
  <p:tag name="KSO_WM_BEAUTIFY_FLAG" val="#wm#"/>
  <p:tag name="KSO_WM_UNIT_PRESET_TEXT" val="谢谢观赏"/>
</p:tagLst>
</file>

<file path=ppt/tags/tag314.xml><?xml version="1.0" encoding="utf-8"?>
<p:tagLst xmlns:p="http://schemas.openxmlformats.org/presentationml/2006/main">
  <p:tag name="KSO_WM_SLIDE_ID" val="custom20202606_15"/>
  <p:tag name="KSO_WM_TEMPLATE_SUBCATEGORY" val="0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06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黑白">
      <a:dk1>
        <a:srgbClr val="000000"/>
      </a:dk1>
      <a:lt1>
        <a:srgbClr val="FFFFFF"/>
      </a:lt1>
      <a:dk2>
        <a:srgbClr val="DEDEDE"/>
      </a:dk2>
      <a:lt2>
        <a:srgbClr val="EDEDED"/>
      </a:lt2>
      <a:accent1>
        <a:srgbClr val="000000"/>
      </a:accent1>
      <a:accent2>
        <a:srgbClr val="1F1F1F"/>
      </a:accent2>
      <a:accent3>
        <a:srgbClr val="464646"/>
      </a:accent3>
      <a:accent4>
        <a:srgbClr val="666666"/>
      </a:accent4>
      <a:accent5>
        <a:srgbClr val="8C8C8C"/>
      </a:accent5>
      <a:accent6>
        <a:srgbClr val="ACACAC"/>
      </a:accent6>
      <a:hlink>
        <a:srgbClr val="658BD5"/>
      </a:hlink>
      <a:folHlink>
        <a:srgbClr val="9F67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rtlCol="0" wrap="square">
        <a:spAutoFit/>
      </a:bodyPr>
      <a:lstStyle>
        <a:defPPr algn="ctr">
          <a:defRPr altLang="zh-CN" dirty="0" sz="6000" lang="en-US" spc="100">
            <a:solidFill>
              <a:schemeClr val="bg1"/>
            </a:solidFill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</a:theme>
</file>

<file path=ppt/theme/theme2.xml><?xml version="1.0" encoding="utf-8"?>
<a:theme xmlns:a="http://schemas.openxmlformats.org/drawingml/2006/main" name="Office Theme">
  <a:themeElements>
    <a:clrScheme name="黑白">
      <a:dk1>
        <a:srgbClr val="000000"/>
      </a:dk1>
      <a:lt1>
        <a:srgbClr val="FFFFFF"/>
      </a:lt1>
      <a:dk2>
        <a:srgbClr val="DEDEDE"/>
      </a:dk2>
      <a:lt2>
        <a:srgbClr val="EDEDED"/>
      </a:lt2>
      <a:accent1>
        <a:srgbClr val="000000"/>
      </a:accent1>
      <a:accent2>
        <a:srgbClr val="1F1F1F"/>
      </a:accent2>
      <a:accent3>
        <a:srgbClr val="464646"/>
      </a:accent3>
      <a:accent4>
        <a:srgbClr val="666666"/>
      </a:accent4>
      <a:accent5>
        <a:srgbClr val="8C8C8C"/>
      </a:accent5>
      <a:accent6>
        <a:srgbClr val="ACACAC"/>
      </a:accent6>
      <a:hlink>
        <a:srgbClr val="658BD5"/>
      </a:hlink>
      <a:folHlink>
        <a:srgbClr val="9F67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rtlCol="0" wrap="square">
        <a:spAutoFit/>
      </a:bodyPr>
      <a:lstStyle>
        <a:defPPr algn="ctr">
          <a:defRPr altLang="zh-CN" dirty="0" sz="6000" lang="en-US" spc="100">
            <a:solidFill>
              <a:schemeClr val="bg1"/>
            </a:solidFill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Override1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2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3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4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5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6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7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8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9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10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11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12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ppt/theme/themeOverride13.xml><?xml version="1.0" encoding="utf-8"?>
<a:themeOverride xmlns:a="http://schemas.openxmlformats.org/drawingml/2006/main">
  <a:clrScheme name="黑白">
    <a:dk1>
      <a:srgbClr val="000000"/>
    </a:dk1>
    <a:lt1>
      <a:srgbClr val="FFFFFF"/>
    </a:lt1>
    <a:dk2>
      <a:srgbClr val="DEDEDE"/>
    </a:dk2>
    <a:lt2>
      <a:srgbClr val="EDEDED"/>
    </a:lt2>
    <a:accent1>
      <a:srgbClr val="000000"/>
    </a:accent1>
    <a:accent2>
      <a:srgbClr val="1F1F1F"/>
    </a:accent2>
    <a:accent3>
      <a:srgbClr val="464646"/>
    </a:accent3>
    <a:accent4>
      <a:srgbClr val="666666"/>
    </a:accent4>
    <a:accent5>
      <a:srgbClr val="8C8C8C"/>
    </a:accent5>
    <a:accent6>
      <a:srgbClr val="ACACAC"/>
    </a:accent6>
    <a:hlink>
      <a:srgbClr val="658BD5"/>
    </a:hlink>
    <a:folHlink>
      <a:srgbClr val="9F67A3"/>
    </a:folHlink>
  </a:clrScheme>
</a:themeOverride>
</file>

<file path=docProps/app.xml><?xml version="1.0" encoding="utf-8"?>
<Properties xmlns="http://schemas.openxmlformats.org/officeDocument/2006/extended-properties">
  <Application>WPS Presentation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SM-T505N</dc:creator>
  <cp:lastModifiedBy>11</cp:lastModifiedBy>
  <dcterms:created xsi:type="dcterms:W3CDTF">2019-09-18T00:56:00Z</dcterms:created>
  <dcterms:modified xsi:type="dcterms:W3CDTF">2026-05-06T18:10:03Z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1033-11.2.0.8970</vt:lpwstr>
  </property>
  <property fmtid="{D5CDD505-2E9C-101B-9397-08002B2CF9AE}" pid="3" name="ICV">
    <vt:lpwstr>7b0dbf701a224f8f8e4b00429f2975a3</vt:lpwstr>
  </property>
</Properties>
</file>